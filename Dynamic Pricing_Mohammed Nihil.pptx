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3" r:id="rId5"/>
    <p:sldId id="260" r:id="rId6"/>
    <p:sldId id="265" r:id="rId7"/>
    <p:sldId id="267" r:id="rId8"/>
    <p:sldId id="266" r:id="rId9"/>
    <p:sldId id="268" r:id="rId10"/>
    <p:sldId id="269" r:id="rId11"/>
    <p:sldId id="270" r:id="rId12"/>
    <p:sldId id="262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71C6A9-E7E2-4B54-A648-330717AAF20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D27B56F-EF18-45E5-9EEB-60569D48C541}">
      <dgm:prSet/>
      <dgm:spPr/>
      <dgm:t>
        <a:bodyPr/>
        <a:lstStyle/>
        <a:p>
          <a:pPr>
            <a:defRPr cap="all"/>
          </a:pPr>
          <a:r>
            <a:rPr lang="en-US"/>
            <a:t>Introduction</a:t>
          </a:r>
        </a:p>
      </dgm:t>
    </dgm:pt>
    <dgm:pt modelId="{3EF62155-04B4-4884-B6BF-99D49CF09690}" type="parTrans" cxnId="{A56F6C75-E2F5-4917-AC6D-673596737E15}">
      <dgm:prSet/>
      <dgm:spPr/>
      <dgm:t>
        <a:bodyPr/>
        <a:lstStyle/>
        <a:p>
          <a:endParaRPr lang="en-US"/>
        </a:p>
      </dgm:t>
    </dgm:pt>
    <dgm:pt modelId="{783B2CE9-5E2D-4165-8585-574B545829C7}" type="sibTrans" cxnId="{A56F6C75-E2F5-4917-AC6D-673596737E15}">
      <dgm:prSet/>
      <dgm:spPr/>
      <dgm:t>
        <a:bodyPr/>
        <a:lstStyle/>
        <a:p>
          <a:endParaRPr lang="en-US"/>
        </a:p>
      </dgm:t>
    </dgm:pt>
    <dgm:pt modelId="{59EFAECF-6959-44CB-A7C9-6FB046D24AE5}">
      <dgm:prSet/>
      <dgm:spPr/>
      <dgm:t>
        <a:bodyPr/>
        <a:lstStyle/>
        <a:p>
          <a:pPr>
            <a:defRPr cap="all"/>
          </a:pPr>
          <a:r>
            <a:rPr lang="en-US" dirty="0"/>
            <a:t>Assumptions</a:t>
          </a:r>
        </a:p>
      </dgm:t>
    </dgm:pt>
    <dgm:pt modelId="{C4513B58-8598-4FA6-9CF1-5F52F374B18E}" type="parTrans" cxnId="{A9114F87-5D49-4B47-9F52-AB3C324F2A30}">
      <dgm:prSet/>
      <dgm:spPr/>
      <dgm:t>
        <a:bodyPr/>
        <a:lstStyle/>
        <a:p>
          <a:endParaRPr lang="en-US"/>
        </a:p>
      </dgm:t>
    </dgm:pt>
    <dgm:pt modelId="{9CDAEB40-47B3-42E8-84BA-8364810FF10E}" type="sibTrans" cxnId="{A9114F87-5D49-4B47-9F52-AB3C324F2A30}">
      <dgm:prSet/>
      <dgm:spPr/>
      <dgm:t>
        <a:bodyPr/>
        <a:lstStyle/>
        <a:p>
          <a:endParaRPr lang="en-US"/>
        </a:p>
      </dgm:t>
    </dgm:pt>
    <dgm:pt modelId="{C83F2C01-0D92-40F9-B283-36D9AA617EB6}">
      <dgm:prSet/>
      <dgm:spPr/>
      <dgm:t>
        <a:bodyPr/>
        <a:lstStyle/>
        <a:p>
          <a:pPr>
            <a:defRPr cap="all"/>
          </a:pPr>
          <a:r>
            <a:rPr lang="en-US"/>
            <a:t>Methodology</a:t>
          </a:r>
        </a:p>
      </dgm:t>
    </dgm:pt>
    <dgm:pt modelId="{D3B231C7-1D5C-4038-865D-D991D6191F62}" type="parTrans" cxnId="{8964EA11-6DC0-43D7-B46E-2D96C8DDE80F}">
      <dgm:prSet/>
      <dgm:spPr/>
      <dgm:t>
        <a:bodyPr/>
        <a:lstStyle/>
        <a:p>
          <a:endParaRPr lang="en-US"/>
        </a:p>
      </dgm:t>
    </dgm:pt>
    <dgm:pt modelId="{717F35C8-96F2-4FA5-A9D1-C7B290599B9C}" type="sibTrans" cxnId="{8964EA11-6DC0-43D7-B46E-2D96C8DDE80F}">
      <dgm:prSet/>
      <dgm:spPr/>
      <dgm:t>
        <a:bodyPr/>
        <a:lstStyle/>
        <a:p>
          <a:endParaRPr lang="en-US"/>
        </a:p>
      </dgm:t>
    </dgm:pt>
    <dgm:pt modelId="{EB1EA9A8-12CD-41BA-838F-C2453F0D184D}">
      <dgm:prSet/>
      <dgm:spPr/>
      <dgm:t>
        <a:bodyPr/>
        <a:lstStyle/>
        <a:p>
          <a:pPr>
            <a:defRPr cap="all"/>
          </a:pPr>
          <a:r>
            <a:rPr lang="en-US"/>
            <a:t>Key Findings</a:t>
          </a:r>
        </a:p>
      </dgm:t>
    </dgm:pt>
    <dgm:pt modelId="{40FCDB3F-69DE-41B2-B0DF-DE8033F68ACE}" type="parTrans" cxnId="{886F21E3-2155-4E52-A551-174185B6D363}">
      <dgm:prSet/>
      <dgm:spPr/>
      <dgm:t>
        <a:bodyPr/>
        <a:lstStyle/>
        <a:p>
          <a:endParaRPr lang="en-US"/>
        </a:p>
      </dgm:t>
    </dgm:pt>
    <dgm:pt modelId="{38C96166-B6FB-4988-AF07-A9609AC866A0}" type="sibTrans" cxnId="{886F21E3-2155-4E52-A551-174185B6D363}">
      <dgm:prSet/>
      <dgm:spPr/>
      <dgm:t>
        <a:bodyPr/>
        <a:lstStyle/>
        <a:p>
          <a:endParaRPr lang="en-US"/>
        </a:p>
      </dgm:t>
    </dgm:pt>
    <dgm:pt modelId="{17B786E1-AD90-4798-AC27-0AE223C5DF54}">
      <dgm:prSet/>
      <dgm:spPr/>
      <dgm:t>
        <a:bodyPr/>
        <a:lstStyle/>
        <a:p>
          <a:pPr>
            <a:defRPr cap="all"/>
          </a:pPr>
          <a:r>
            <a:rPr lang="en-US"/>
            <a:t>Conclusion</a:t>
          </a:r>
        </a:p>
      </dgm:t>
    </dgm:pt>
    <dgm:pt modelId="{AC46247D-E92B-4BFF-9A9B-BA8C0206A6BD}" type="parTrans" cxnId="{8DA7668A-19E8-4000-90E0-4F7D38BBEFE6}">
      <dgm:prSet/>
      <dgm:spPr/>
      <dgm:t>
        <a:bodyPr/>
        <a:lstStyle/>
        <a:p>
          <a:endParaRPr lang="en-US"/>
        </a:p>
      </dgm:t>
    </dgm:pt>
    <dgm:pt modelId="{C0A07099-439B-4C2D-B4BA-614115574585}" type="sibTrans" cxnId="{8DA7668A-19E8-4000-90E0-4F7D38BBEFE6}">
      <dgm:prSet/>
      <dgm:spPr/>
      <dgm:t>
        <a:bodyPr/>
        <a:lstStyle/>
        <a:p>
          <a:endParaRPr lang="en-US"/>
        </a:p>
      </dgm:t>
    </dgm:pt>
    <dgm:pt modelId="{7266D5A2-B501-4686-BDB0-6BBB20EA909E}" type="pres">
      <dgm:prSet presAssocID="{0471C6A9-E7E2-4B54-A648-330717AAF203}" presName="root" presStyleCnt="0">
        <dgm:presLayoutVars>
          <dgm:dir/>
          <dgm:resizeHandles val="exact"/>
        </dgm:presLayoutVars>
      </dgm:prSet>
      <dgm:spPr/>
    </dgm:pt>
    <dgm:pt modelId="{8DF6B8F9-261D-45FD-ACAA-E861045A0007}" type="pres">
      <dgm:prSet presAssocID="{7D27B56F-EF18-45E5-9EEB-60569D48C541}" presName="compNode" presStyleCnt="0"/>
      <dgm:spPr/>
    </dgm:pt>
    <dgm:pt modelId="{95CCD5F8-C2C3-4784-9E62-CDD7D048F591}" type="pres">
      <dgm:prSet presAssocID="{7D27B56F-EF18-45E5-9EEB-60569D48C541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6AC4849-4E8E-4000-AD9F-3B1B800D9409}" type="pres">
      <dgm:prSet presAssocID="{7D27B56F-EF18-45E5-9EEB-60569D48C54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3995AD2F-9D2C-4148-BAC5-9FEB7B2A3B17}" type="pres">
      <dgm:prSet presAssocID="{7D27B56F-EF18-45E5-9EEB-60569D48C541}" presName="spaceRect" presStyleCnt="0"/>
      <dgm:spPr/>
    </dgm:pt>
    <dgm:pt modelId="{FB9E8B93-4FF5-4BF1-A967-F25AAD2EB72A}" type="pres">
      <dgm:prSet presAssocID="{7D27B56F-EF18-45E5-9EEB-60569D48C541}" presName="textRect" presStyleLbl="revTx" presStyleIdx="0" presStyleCnt="5">
        <dgm:presLayoutVars>
          <dgm:chMax val="1"/>
          <dgm:chPref val="1"/>
        </dgm:presLayoutVars>
      </dgm:prSet>
      <dgm:spPr/>
    </dgm:pt>
    <dgm:pt modelId="{F8E7B97E-3B87-485A-BB60-AB5A809C4C7A}" type="pres">
      <dgm:prSet presAssocID="{783B2CE9-5E2D-4165-8585-574B545829C7}" presName="sibTrans" presStyleCnt="0"/>
      <dgm:spPr/>
    </dgm:pt>
    <dgm:pt modelId="{1146F5EB-54EE-4CE4-8F75-9EA0E0739FB1}" type="pres">
      <dgm:prSet presAssocID="{59EFAECF-6959-44CB-A7C9-6FB046D24AE5}" presName="compNode" presStyleCnt="0"/>
      <dgm:spPr/>
    </dgm:pt>
    <dgm:pt modelId="{7845A6E2-8208-4C41-BB9A-AA0EB658D9EA}" type="pres">
      <dgm:prSet presAssocID="{59EFAECF-6959-44CB-A7C9-6FB046D24AE5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A8C29A7-09B2-47EA-9CF0-CFCB6BB099DD}" type="pres">
      <dgm:prSet presAssocID="{59EFAECF-6959-44CB-A7C9-6FB046D24AE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 Team Project"/>
        </a:ext>
      </dgm:extLst>
    </dgm:pt>
    <dgm:pt modelId="{979DE6B7-C268-4105-9451-849B4BD7C6B1}" type="pres">
      <dgm:prSet presAssocID="{59EFAECF-6959-44CB-A7C9-6FB046D24AE5}" presName="spaceRect" presStyleCnt="0"/>
      <dgm:spPr/>
    </dgm:pt>
    <dgm:pt modelId="{40B001A1-751E-416C-A45E-E1909F5C7197}" type="pres">
      <dgm:prSet presAssocID="{59EFAECF-6959-44CB-A7C9-6FB046D24AE5}" presName="textRect" presStyleLbl="revTx" presStyleIdx="1" presStyleCnt="5">
        <dgm:presLayoutVars>
          <dgm:chMax val="1"/>
          <dgm:chPref val="1"/>
        </dgm:presLayoutVars>
      </dgm:prSet>
      <dgm:spPr/>
    </dgm:pt>
    <dgm:pt modelId="{C723A55B-A7E1-4286-B3FC-E99FE9CB3699}" type="pres">
      <dgm:prSet presAssocID="{9CDAEB40-47B3-42E8-84BA-8364810FF10E}" presName="sibTrans" presStyleCnt="0"/>
      <dgm:spPr/>
    </dgm:pt>
    <dgm:pt modelId="{D561201B-386B-4924-8CF6-08520A75F991}" type="pres">
      <dgm:prSet presAssocID="{C83F2C01-0D92-40F9-B283-36D9AA617EB6}" presName="compNode" presStyleCnt="0"/>
      <dgm:spPr/>
    </dgm:pt>
    <dgm:pt modelId="{E830AA97-F778-400F-8724-7A71366ACC18}" type="pres">
      <dgm:prSet presAssocID="{C83F2C01-0D92-40F9-B283-36D9AA617EB6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848B156-215F-4523-BB6D-21D1F5E2D032}" type="pres">
      <dgm:prSet presAssocID="{C83F2C01-0D92-40F9-B283-36D9AA617EB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Enrollment"/>
        </a:ext>
      </dgm:extLst>
    </dgm:pt>
    <dgm:pt modelId="{26A25819-06C0-4A09-9457-800406D8040B}" type="pres">
      <dgm:prSet presAssocID="{C83F2C01-0D92-40F9-B283-36D9AA617EB6}" presName="spaceRect" presStyleCnt="0"/>
      <dgm:spPr/>
    </dgm:pt>
    <dgm:pt modelId="{D34789FF-6C69-47B1-870A-8275A303DC1F}" type="pres">
      <dgm:prSet presAssocID="{C83F2C01-0D92-40F9-B283-36D9AA617EB6}" presName="textRect" presStyleLbl="revTx" presStyleIdx="2" presStyleCnt="5">
        <dgm:presLayoutVars>
          <dgm:chMax val="1"/>
          <dgm:chPref val="1"/>
        </dgm:presLayoutVars>
      </dgm:prSet>
      <dgm:spPr/>
    </dgm:pt>
    <dgm:pt modelId="{7DEDB053-2656-4A03-B403-0A0870092C68}" type="pres">
      <dgm:prSet presAssocID="{717F35C8-96F2-4FA5-A9D1-C7B290599B9C}" presName="sibTrans" presStyleCnt="0"/>
      <dgm:spPr/>
    </dgm:pt>
    <dgm:pt modelId="{710A089A-9051-4BBE-A385-6A84318CB95E}" type="pres">
      <dgm:prSet presAssocID="{EB1EA9A8-12CD-41BA-838F-C2453F0D184D}" presName="compNode" presStyleCnt="0"/>
      <dgm:spPr/>
    </dgm:pt>
    <dgm:pt modelId="{3F351BAC-4671-427C-828A-21909FC52785}" type="pres">
      <dgm:prSet presAssocID="{EB1EA9A8-12CD-41BA-838F-C2453F0D184D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D75B347E-FD33-4C26-9BE1-699408CBDC5F}" type="pres">
      <dgm:prSet presAssocID="{EB1EA9A8-12CD-41BA-838F-C2453F0D184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B5849A76-821D-419C-AF3C-5B5805833025}" type="pres">
      <dgm:prSet presAssocID="{EB1EA9A8-12CD-41BA-838F-C2453F0D184D}" presName="spaceRect" presStyleCnt="0"/>
      <dgm:spPr/>
    </dgm:pt>
    <dgm:pt modelId="{3A09163E-CF7F-46B1-9FDF-CF5C40351F45}" type="pres">
      <dgm:prSet presAssocID="{EB1EA9A8-12CD-41BA-838F-C2453F0D184D}" presName="textRect" presStyleLbl="revTx" presStyleIdx="3" presStyleCnt="5">
        <dgm:presLayoutVars>
          <dgm:chMax val="1"/>
          <dgm:chPref val="1"/>
        </dgm:presLayoutVars>
      </dgm:prSet>
      <dgm:spPr/>
    </dgm:pt>
    <dgm:pt modelId="{3717E41F-CE84-420E-9CCC-47C4B274933F}" type="pres">
      <dgm:prSet presAssocID="{38C96166-B6FB-4988-AF07-A9609AC866A0}" presName="sibTrans" presStyleCnt="0"/>
      <dgm:spPr/>
    </dgm:pt>
    <dgm:pt modelId="{B8C2E288-6253-4D95-BBF5-A8A9872C1EF2}" type="pres">
      <dgm:prSet presAssocID="{17B786E1-AD90-4798-AC27-0AE223C5DF54}" presName="compNode" presStyleCnt="0"/>
      <dgm:spPr/>
    </dgm:pt>
    <dgm:pt modelId="{2D109D13-8BA9-4E64-9BF6-02C4D6E40DEA}" type="pres">
      <dgm:prSet presAssocID="{17B786E1-AD90-4798-AC27-0AE223C5DF54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5C19D5B-1881-4CE0-B4ED-DD552BCFE749}" type="pres">
      <dgm:prSet presAssocID="{17B786E1-AD90-4798-AC27-0AE223C5DF5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"/>
        </a:ext>
      </dgm:extLst>
    </dgm:pt>
    <dgm:pt modelId="{5A1A85F3-0438-4B97-B071-057CE2666776}" type="pres">
      <dgm:prSet presAssocID="{17B786E1-AD90-4798-AC27-0AE223C5DF54}" presName="spaceRect" presStyleCnt="0"/>
      <dgm:spPr/>
    </dgm:pt>
    <dgm:pt modelId="{DFF261DE-A937-482F-9AEA-19F4E446F0D2}" type="pres">
      <dgm:prSet presAssocID="{17B786E1-AD90-4798-AC27-0AE223C5DF5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C5C4E08-2A3D-4BAE-AF2E-A141E5E305E0}" type="presOf" srcId="{EB1EA9A8-12CD-41BA-838F-C2453F0D184D}" destId="{3A09163E-CF7F-46B1-9FDF-CF5C40351F45}" srcOrd="0" destOrd="0" presId="urn:microsoft.com/office/officeart/2018/5/layout/IconLeafLabelList"/>
    <dgm:cxn modelId="{8964EA11-6DC0-43D7-B46E-2D96C8DDE80F}" srcId="{0471C6A9-E7E2-4B54-A648-330717AAF203}" destId="{C83F2C01-0D92-40F9-B283-36D9AA617EB6}" srcOrd="2" destOrd="0" parTransId="{D3B231C7-1D5C-4038-865D-D991D6191F62}" sibTransId="{717F35C8-96F2-4FA5-A9D1-C7B290599B9C}"/>
    <dgm:cxn modelId="{00229A18-53AD-46FD-9847-BF2F70E532B4}" type="presOf" srcId="{17B786E1-AD90-4798-AC27-0AE223C5DF54}" destId="{DFF261DE-A937-482F-9AEA-19F4E446F0D2}" srcOrd="0" destOrd="0" presId="urn:microsoft.com/office/officeart/2018/5/layout/IconLeafLabelList"/>
    <dgm:cxn modelId="{CF1B0441-320C-410A-88A0-F85030A50001}" type="presOf" srcId="{7D27B56F-EF18-45E5-9EEB-60569D48C541}" destId="{FB9E8B93-4FF5-4BF1-A967-F25AAD2EB72A}" srcOrd="0" destOrd="0" presId="urn:microsoft.com/office/officeart/2018/5/layout/IconLeafLabelList"/>
    <dgm:cxn modelId="{A56F6C75-E2F5-4917-AC6D-673596737E15}" srcId="{0471C6A9-E7E2-4B54-A648-330717AAF203}" destId="{7D27B56F-EF18-45E5-9EEB-60569D48C541}" srcOrd="0" destOrd="0" parTransId="{3EF62155-04B4-4884-B6BF-99D49CF09690}" sibTransId="{783B2CE9-5E2D-4165-8585-574B545829C7}"/>
    <dgm:cxn modelId="{A9114F87-5D49-4B47-9F52-AB3C324F2A30}" srcId="{0471C6A9-E7E2-4B54-A648-330717AAF203}" destId="{59EFAECF-6959-44CB-A7C9-6FB046D24AE5}" srcOrd="1" destOrd="0" parTransId="{C4513B58-8598-4FA6-9CF1-5F52F374B18E}" sibTransId="{9CDAEB40-47B3-42E8-84BA-8364810FF10E}"/>
    <dgm:cxn modelId="{8DA7668A-19E8-4000-90E0-4F7D38BBEFE6}" srcId="{0471C6A9-E7E2-4B54-A648-330717AAF203}" destId="{17B786E1-AD90-4798-AC27-0AE223C5DF54}" srcOrd="4" destOrd="0" parTransId="{AC46247D-E92B-4BFF-9A9B-BA8C0206A6BD}" sibTransId="{C0A07099-439B-4C2D-B4BA-614115574585}"/>
    <dgm:cxn modelId="{63194AC3-113E-45C4-9CBB-F9BFA4E7015F}" type="presOf" srcId="{0471C6A9-E7E2-4B54-A648-330717AAF203}" destId="{7266D5A2-B501-4686-BDB0-6BBB20EA909E}" srcOrd="0" destOrd="0" presId="urn:microsoft.com/office/officeart/2018/5/layout/IconLeafLabelList"/>
    <dgm:cxn modelId="{846E99CF-9F2F-4865-8A3E-AAA8D11B73E9}" type="presOf" srcId="{59EFAECF-6959-44CB-A7C9-6FB046D24AE5}" destId="{40B001A1-751E-416C-A45E-E1909F5C7197}" srcOrd="0" destOrd="0" presId="urn:microsoft.com/office/officeart/2018/5/layout/IconLeafLabelList"/>
    <dgm:cxn modelId="{886F21E3-2155-4E52-A551-174185B6D363}" srcId="{0471C6A9-E7E2-4B54-A648-330717AAF203}" destId="{EB1EA9A8-12CD-41BA-838F-C2453F0D184D}" srcOrd="3" destOrd="0" parTransId="{40FCDB3F-69DE-41B2-B0DF-DE8033F68ACE}" sibTransId="{38C96166-B6FB-4988-AF07-A9609AC866A0}"/>
    <dgm:cxn modelId="{17B3A2FD-AF83-4A44-991F-921F624C2240}" type="presOf" srcId="{C83F2C01-0D92-40F9-B283-36D9AA617EB6}" destId="{D34789FF-6C69-47B1-870A-8275A303DC1F}" srcOrd="0" destOrd="0" presId="urn:microsoft.com/office/officeart/2018/5/layout/IconLeafLabelList"/>
    <dgm:cxn modelId="{0CD297EC-D0EA-4773-91FB-56DA667BA8CF}" type="presParOf" srcId="{7266D5A2-B501-4686-BDB0-6BBB20EA909E}" destId="{8DF6B8F9-261D-45FD-ACAA-E861045A0007}" srcOrd="0" destOrd="0" presId="urn:microsoft.com/office/officeart/2018/5/layout/IconLeafLabelList"/>
    <dgm:cxn modelId="{A425F8A8-497D-40E9-822D-0DE35A3CB1FD}" type="presParOf" srcId="{8DF6B8F9-261D-45FD-ACAA-E861045A0007}" destId="{95CCD5F8-C2C3-4784-9E62-CDD7D048F591}" srcOrd="0" destOrd="0" presId="urn:microsoft.com/office/officeart/2018/5/layout/IconLeafLabelList"/>
    <dgm:cxn modelId="{75DC7E16-CA54-495E-97D3-DF4206BB57A4}" type="presParOf" srcId="{8DF6B8F9-261D-45FD-ACAA-E861045A0007}" destId="{A6AC4849-4E8E-4000-AD9F-3B1B800D9409}" srcOrd="1" destOrd="0" presId="urn:microsoft.com/office/officeart/2018/5/layout/IconLeafLabelList"/>
    <dgm:cxn modelId="{963D98DE-7391-4C25-920C-9E2D14AF9175}" type="presParOf" srcId="{8DF6B8F9-261D-45FD-ACAA-E861045A0007}" destId="{3995AD2F-9D2C-4148-BAC5-9FEB7B2A3B17}" srcOrd="2" destOrd="0" presId="urn:microsoft.com/office/officeart/2018/5/layout/IconLeafLabelList"/>
    <dgm:cxn modelId="{D9BA0368-1F08-4E34-BFA1-D0FB577F79D6}" type="presParOf" srcId="{8DF6B8F9-261D-45FD-ACAA-E861045A0007}" destId="{FB9E8B93-4FF5-4BF1-A967-F25AAD2EB72A}" srcOrd="3" destOrd="0" presId="urn:microsoft.com/office/officeart/2018/5/layout/IconLeafLabelList"/>
    <dgm:cxn modelId="{9719ED60-0A0C-4DE8-A2E2-EBD161DE7E22}" type="presParOf" srcId="{7266D5A2-B501-4686-BDB0-6BBB20EA909E}" destId="{F8E7B97E-3B87-485A-BB60-AB5A809C4C7A}" srcOrd="1" destOrd="0" presId="urn:microsoft.com/office/officeart/2018/5/layout/IconLeafLabelList"/>
    <dgm:cxn modelId="{40CB044B-9C6D-4682-83F7-D8107AE9C1F5}" type="presParOf" srcId="{7266D5A2-B501-4686-BDB0-6BBB20EA909E}" destId="{1146F5EB-54EE-4CE4-8F75-9EA0E0739FB1}" srcOrd="2" destOrd="0" presId="urn:microsoft.com/office/officeart/2018/5/layout/IconLeafLabelList"/>
    <dgm:cxn modelId="{DCD62D73-7806-4A55-82B3-8D646544C6E4}" type="presParOf" srcId="{1146F5EB-54EE-4CE4-8F75-9EA0E0739FB1}" destId="{7845A6E2-8208-4C41-BB9A-AA0EB658D9EA}" srcOrd="0" destOrd="0" presId="urn:microsoft.com/office/officeart/2018/5/layout/IconLeafLabelList"/>
    <dgm:cxn modelId="{2B241533-5321-466A-A468-6D0E16D15B50}" type="presParOf" srcId="{1146F5EB-54EE-4CE4-8F75-9EA0E0739FB1}" destId="{EA8C29A7-09B2-47EA-9CF0-CFCB6BB099DD}" srcOrd="1" destOrd="0" presId="urn:microsoft.com/office/officeart/2018/5/layout/IconLeafLabelList"/>
    <dgm:cxn modelId="{052295DB-430D-4BA6-B071-7D0DE428B684}" type="presParOf" srcId="{1146F5EB-54EE-4CE4-8F75-9EA0E0739FB1}" destId="{979DE6B7-C268-4105-9451-849B4BD7C6B1}" srcOrd="2" destOrd="0" presId="urn:microsoft.com/office/officeart/2018/5/layout/IconLeafLabelList"/>
    <dgm:cxn modelId="{559C99CE-EC29-4B72-AAC1-6B0730C3EE6D}" type="presParOf" srcId="{1146F5EB-54EE-4CE4-8F75-9EA0E0739FB1}" destId="{40B001A1-751E-416C-A45E-E1909F5C7197}" srcOrd="3" destOrd="0" presId="urn:microsoft.com/office/officeart/2018/5/layout/IconLeafLabelList"/>
    <dgm:cxn modelId="{79FEF4FB-77CB-4D80-A7F0-1CBDD67B4D1D}" type="presParOf" srcId="{7266D5A2-B501-4686-BDB0-6BBB20EA909E}" destId="{C723A55B-A7E1-4286-B3FC-E99FE9CB3699}" srcOrd="3" destOrd="0" presId="urn:microsoft.com/office/officeart/2018/5/layout/IconLeafLabelList"/>
    <dgm:cxn modelId="{320635B6-D6A6-4392-A963-94A68A756EA5}" type="presParOf" srcId="{7266D5A2-B501-4686-BDB0-6BBB20EA909E}" destId="{D561201B-386B-4924-8CF6-08520A75F991}" srcOrd="4" destOrd="0" presId="urn:microsoft.com/office/officeart/2018/5/layout/IconLeafLabelList"/>
    <dgm:cxn modelId="{518E0CF8-1B76-48DF-ACD8-D07DD2C50924}" type="presParOf" srcId="{D561201B-386B-4924-8CF6-08520A75F991}" destId="{E830AA97-F778-400F-8724-7A71366ACC18}" srcOrd="0" destOrd="0" presId="urn:microsoft.com/office/officeart/2018/5/layout/IconLeafLabelList"/>
    <dgm:cxn modelId="{57202B58-80E0-42A6-865E-9522CB3676EF}" type="presParOf" srcId="{D561201B-386B-4924-8CF6-08520A75F991}" destId="{5848B156-215F-4523-BB6D-21D1F5E2D032}" srcOrd="1" destOrd="0" presId="urn:microsoft.com/office/officeart/2018/5/layout/IconLeafLabelList"/>
    <dgm:cxn modelId="{7F12FBD5-D2D6-4E68-BBDD-B65AA5F2F0E9}" type="presParOf" srcId="{D561201B-386B-4924-8CF6-08520A75F991}" destId="{26A25819-06C0-4A09-9457-800406D8040B}" srcOrd="2" destOrd="0" presId="urn:microsoft.com/office/officeart/2018/5/layout/IconLeafLabelList"/>
    <dgm:cxn modelId="{76177824-5192-400A-8B9D-9B2B787A2F41}" type="presParOf" srcId="{D561201B-386B-4924-8CF6-08520A75F991}" destId="{D34789FF-6C69-47B1-870A-8275A303DC1F}" srcOrd="3" destOrd="0" presId="urn:microsoft.com/office/officeart/2018/5/layout/IconLeafLabelList"/>
    <dgm:cxn modelId="{77CF3A69-1626-4B00-AD5A-D49465D32A5E}" type="presParOf" srcId="{7266D5A2-B501-4686-BDB0-6BBB20EA909E}" destId="{7DEDB053-2656-4A03-B403-0A0870092C68}" srcOrd="5" destOrd="0" presId="urn:microsoft.com/office/officeart/2018/5/layout/IconLeafLabelList"/>
    <dgm:cxn modelId="{840DF883-B78B-4798-9A86-B78137900230}" type="presParOf" srcId="{7266D5A2-B501-4686-BDB0-6BBB20EA909E}" destId="{710A089A-9051-4BBE-A385-6A84318CB95E}" srcOrd="6" destOrd="0" presId="urn:microsoft.com/office/officeart/2018/5/layout/IconLeafLabelList"/>
    <dgm:cxn modelId="{24C18CF7-565D-49F2-A927-AA1401E15D6C}" type="presParOf" srcId="{710A089A-9051-4BBE-A385-6A84318CB95E}" destId="{3F351BAC-4671-427C-828A-21909FC52785}" srcOrd="0" destOrd="0" presId="urn:microsoft.com/office/officeart/2018/5/layout/IconLeafLabelList"/>
    <dgm:cxn modelId="{EA72B7EB-032C-439D-A613-382E3D751B4D}" type="presParOf" srcId="{710A089A-9051-4BBE-A385-6A84318CB95E}" destId="{D75B347E-FD33-4C26-9BE1-699408CBDC5F}" srcOrd="1" destOrd="0" presId="urn:microsoft.com/office/officeart/2018/5/layout/IconLeafLabelList"/>
    <dgm:cxn modelId="{EC7BA96F-FA97-4A3E-8767-B20F20361D2A}" type="presParOf" srcId="{710A089A-9051-4BBE-A385-6A84318CB95E}" destId="{B5849A76-821D-419C-AF3C-5B5805833025}" srcOrd="2" destOrd="0" presId="urn:microsoft.com/office/officeart/2018/5/layout/IconLeafLabelList"/>
    <dgm:cxn modelId="{12F55864-02F7-4DD2-9861-DB905BE65CAF}" type="presParOf" srcId="{710A089A-9051-4BBE-A385-6A84318CB95E}" destId="{3A09163E-CF7F-46B1-9FDF-CF5C40351F45}" srcOrd="3" destOrd="0" presId="urn:microsoft.com/office/officeart/2018/5/layout/IconLeafLabelList"/>
    <dgm:cxn modelId="{C1745C9C-32CF-4502-8D64-DE0721FB5155}" type="presParOf" srcId="{7266D5A2-B501-4686-BDB0-6BBB20EA909E}" destId="{3717E41F-CE84-420E-9CCC-47C4B274933F}" srcOrd="7" destOrd="0" presId="urn:microsoft.com/office/officeart/2018/5/layout/IconLeafLabelList"/>
    <dgm:cxn modelId="{DD4C2756-0871-4750-B4DC-CD7DCD264EF6}" type="presParOf" srcId="{7266D5A2-B501-4686-BDB0-6BBB20EA909E}" destId="{B8C2E288-6253-4D95-BBF5-A8A9872C1EF2}" srcOrd="8" destOrd="0" presId="urn:microsoft.com/office/officeart/2018/5/layout/IconLeafLabelList"/>
    <dgm:cxn modelId="{D19B1207-D43C-4BFD-9046-B5C0994F1269}" type="presParOf" srcId="{B8C2E288-6253-4D95-BBF5-A8A9872C1EF2}" destId="{2D109D13-8BA9-4E64-9BF6-02C4D6E40DEA}" srcOrd="0" destOrd="0" presId="urn:microsoft.com/office/officeart/2018/5/layout/IconLeafLabelList"/>
    <dgm:cxn modelId="{983B05AC-98FF-4822-A367-5BFFD166B204}" type="presParOf" srcId="{B8C2E288-6253-4D95-BBF5-A8A9872C1EF2}" destId="{A5C19D5B-1881-4CE0-B4ED-DD552BCFE749}" srcOrd="1" destOrd="0" presId="urn:microsoft.com/office/officeart/2018/5/layout/IconLeafLabelList"/>
    <dgm:cxn modelId="{BDAD4C74-5AF0-4BA7-B150-15DC4AF72515}" type="presParOf" srcId="{B8C2E288-6253-4D95-BBF5-A8A9872C1EF2}" destId="{5A1A85F3-0438-4B97-B071-057CE2666776}" srcOrd="2" destOrd="0" presId="urn:microsoft.com/office/officeart/2018/5/layout/IconLeafLabelList"/>
    <dgm:cxn modelId="{8AA61116-AF93-4013-B8A1-632A76789A01}" type="presParOf" srcId="{B8C2E288-6253-4D95-BBF5-A8A9872C1EF2}" destId="{DFF261DE-A937-482F-9AEA-19F4E446F0D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6984F4-5163-427F-A9A2-3B717D71C65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C9E22E-7674-4480-B76B-BCAF9DD0392C}">
      <dgm:prSet/>
      <dgm:spPr/>
      <dgm:t>
        <a:bodyPr/>
        <a:lstStyle/>
        <a:p>
          <a:r>
            <a:rPr lang="en-US"/>
            <a:t>Finite Demand Hypothesis Space</a:t>
          </a:r>
        </a:p>
      </dgm:t>
    </dgm:pt>
    <dgm:pt modelId="{8718BDEE-9136-4244-A65B-51B90F1BD2C4}" type="parTrans" cxnId="{B414A988-FF23-40A8-B460-9C20CFDD1C21}">
      <dgm:prSet/>
      <dgm:spPr/>
      <dgm:t>
        <a:bodyPr/>
        <a:lstStyle/>
        <a:p>
          <a:endParaRPr lang="en-US"/>
        </a:p>
      </dgm:t>
    </dgm:pt>
    <dgm:pt modelId="{2919BCE6-4360-4729-8620-8BA98727EBD0}" type="sibTrans" cxnId="{B414A988-FF23-40A8-B460-9C20CFDD1C21}">
      <dgm:prSet/>
      <dgm:spPr/>
      <dgm:t>
        <a:bodyPr/>
        <a:lstStyle/>
        <a:p>
          <a:endParaRPr lang="en-US"/>
        </a:p>
      </dgm:t>
    </dgm:pt>
    <dgm:pt modelId="{8D95FAEE-872D-410F-B369-5B3C720C7092}">
      <dgm:prSet/>
      <dgm:spPr/>
      <dgm:t>
        <a:bodyPr/>
        <a:lstStyle/>
        <a:p>
          <a:r>
            <a:rPr lang="en-US"/>
            <a:t>No Inventory Constraints</a:t>
          </a:r>
        </a:p>
      </dgm:t>
    </dgm:pt>
    <dgm:pt modelId="{D0BD878D-D94B-4B03-87D5-78E0EBD88723}" type="parTrans" cxnId="{938D8778-CF89-46E2-96A5-A78DADDDFEF2}">
      <dgm:prSet/>
      <dgm:spPr/>
      <dgm:t>
        <a:bodyPr/>
        <a:lstStyle/>
        <a:p>
          <a:endParaRPr lang="en-US"/>
        </a:p>
      </dgm:t>
    </dgm:pt>
    <dgm:pt modelId="{659DB53E-B041-42D9-A249-29EBD9291735}" type="sibTrans" cxnId="{938D8778-CF89-46E2-96A5-A78DADDDFEF2}">
      <dgm:prSet/>
      <dgm:spPr/>
      <dgm:t>
        <a:bodyPr/>
        <a:lstStyle/>
        <a:p>
          <a:endParaRPr lang="en-US"/>
        </a:p>
      </dgm:t>
    </dgm:pt>
    <dgm:pt modelId="{6E7F0519-2973-43E9-9C5D-B4438974410C}">
      <dgm:prSet/>
      <dgm:spPr/>
      <dgm:t>
        <a:bodyPr/>
        <a:lstStyle/>
        <a:p>
          <a:r>
            <a:rPr lang="en-US"/>
            <a:t>Limited Number of Price Changes</a:t>
          </a:r>
        </a:p>
      </dgm:t>
    </dgm:pt>
    <dgm:pt modelId="{9F885238-18E0-49E9-9464-07242B506FDA}" type="parTrans" cxnId="{D2E7F386-D8B5-478C-9FE6-102E75647E74}">
      <dgm:prSet/>
      <dgm:spPr/>
      <dgm:t>
        <a:bodyPr/>
        <a:lstStyle/>
        <a:p>
          <a:endParaRPr lang="en-US"/>
        </a:p>
      </dgm:t>
    </dgm:pt>
    <dgm:pt modelId="{1856B22B-3B0C-4A6C-BEF1-AB2159079701}" type="sibTrans" cxnId="{D2E7F386-D8B5-478C-9FE6-102E75647E74}">
      <dgm:prSet/>
      <dgm:spPr/>
      <dgm:t>
        <a:bodyPr/>
        <a:lstStyle/>
        <a:p>
          <a:endParaRPr lang="en-US"/>
        </a:p>
      </dgm:t>
    </dgm:pt>
    <dgm:pt modelId="{60316CD4-0332-43C6-B683-D07CD868BA51}">
      <dgm:prSet/>
      <dgm:spPr/>
      <dgm:t>
        <a:bodyPr/>
        <a:lstStyle/>
        <a:p>
          <a:r>
            <a:rPr lang="en-US" dirty="0"/>
            <a:t>Price change limited to 70%-105% of the Cost Price</a:t>
          </a:r>
        </a:p>
      </dgm:t>
    </dgm:pt>
    <dgm:pt modelId="{0B6F504F-B74C-4A27-9DEE-948F2BD2D280}" type="parTrans" cxnId="{0DF8E352-4985-4045-8CEB-F65C5357A94F}">
      <dgm:prSet/>
      <dgm:spPr/>
      <dgm:t>
        <a:bodyPr/>
        <a:lstStyle/>
        <a:p>
          <a:endParaRPr lang="en-US"/>
        </a:p>
      </dgm:t>
    </dgm:pt>
    <dgm:pt modelId="{395D5A3E-2CF3-4A14-BAD8-5822FDA23B33}" type="sibTrans" cxnId="{0DF8E352-4985-4045-8CEB-F65C5357A94F}">
      <dgm:prSet/>
      <dgm:spPr/>
      <dgm:t>
        <a:bodyPr/>
        <a:lstStyle/>
        <a:p>
          <a:endParaRPr lang="en-US"/>
        </a:p>
      </dgm:t>
    </dgm:pt>
    <dgm:pt modelId="{23E9A8B8-6DB9-41F0-8CE7-A0392F1F9E00}">
      <dgm:prSet/>
      <dgm:spPr/>
      <dgm:t>
        <a:bodyPr/>
        <a:lstStyle/>
        <a:p>
          <a:r>
            <a:rPr lang="en-US"/>
            <a:t>Independent Sales Outcome</a:t>
          </a:r>
        </a:p>
      </dgm:t>
    </dgm:pt>
    <dgm:pt modelId="{ACD5A26F-818B-4F9D-B981-06D6FC6F8079}" type="parTrans" cxnId="{EBAD4857-708E-46E5-A470-40ED7B00414A}">
      <dgm:prSet/>
      <dgm:spPr/>
      <dgm:t>
        <a:bodyPr/>
        <a:lstStyle/>
        <a:p>
          <a:endParaRPr lang="en-US"/>
        </a:p>
      </dgm:t>
    </dgm:pt>
    <dgm:pt modelId="{1D02BB29-305B-42B7-962D-45F54CFA4A9E}" type="sibTrans" cxnId="{EBAD4857-708E-46E5-A470-40ED7B00414A}">
      <dgm:prSet/>
      <dgm:spPr/>
      <dgm:t>
        <a:bodyPr/>
        <a:lstStyle/>
        <a:p>
          <a:endParaRPr lang="en-US"/>
        </a:p>
      </dgm:t>
    </dgm:pt>
    <dgm:pt modelId="{2BA9E6C6-0A3B-4CB5-9CF5-08B23CD02D7F}" type="pres">
      <dgm:prSet presAssocID="{AE6984F4-5163-427F-A9A2-3B717D71C655}" presName="linear" presStyleCnt="0">
        <dgm:presLayoutVars>
          <dgm:dir/>
          <dgm:animLvl val="lvl"/>
          <dgm:resizeHandles val="exact"/>
        </dgm:presLayoutVars>
      </dgm:prSet>
      <dgm:spPr/>
    </dgm:pt>
    <dgm:pt modelId="{EB2BCAE8-1B87-4176-8616-377714D69B8F}" type="pres">
      <dgm:prSet presAssocID="{37C9E22E-7674-4480-B76B-BCAF9DD0392C}" presName="parentLin" presStyleCnt="0"/>
      <dgm:spPr/>
    </dgm:pt>
    <dgm:pt modelId="{645CFD3D-E47B-4AD5-BEC4-C37468173A24}" type="pres">
      <dgm:prSet presAssocID="{37C9E22E-7674-4480-B76B-BCAF9DD0392C}" presName="parentLeftMargin" presStyleLbl="node1" presStyleIdx="0" presStyleCnt="5"/>
      <dgm:spPr/>
    </dgm:pt>
    <dgm:pt modelId="{5D040CEA-3D7D-47CC-B7C7-F623E22A6115}" type="pres">
      <dgm:prSet presAssocID="{37C9E22E-7674-4480-B76B-BCAF9DD0392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6F1F7F6-62F7-4CB8-885C-561573BE519C}" type="pres">
      <dgm:prSet presAssocID="{37C9E22E-7674-4480-B76B-BCAF9DD0392C}" presName="negativeSpace" presStyleCnt="0"/>
      <dgm:spPr/>
    </dgm:pt>
    <dgm:pt modelId="{DA2AC8D1-BAF1-46F1-8C7B-6F365F6FF67B}" type="pres">
      <dgm:prSet presAssocID="{37C9E22E-7674-4480-B76B-BCAF9DD0392C}" presName="childText" presStyleLbl="conFgAcc1" presStyleIdx="0" presStyleCnt="5">
        <dgm:presLayoutVars>
          <dgm:bulletEnabled val="1"/>
        </dgm:presLayoutVars>
      </dgm:prSet>
      <dgm:spPr/>
    </dgm:pt>
    <dgm:pt modelId="{5BC2D203-9C81-44C0-92CE-251A21D66E0E}" type="pres">
      <dgm:prSet presAssocID="{2919BCE6-4360-4729-8620-8BA98727EBD0}" presName="spaceBetweenRectangles" presStyleCnt="0"/>
      <dgm:spPr/>
    </dgm:pt>
    <dgm:pt modelId="{4A150E0F-7405-478A-9377-5DF92DA5D7A3}" type="pres">
      <dgm:prSet presAssocID="{8D95FAEE-872D-410F-B369-5B3C720C7092}" presName="parentLin" presStyleCnt="0"/>
      <dgm:spPr/>
    </dgm:pt>
    <dgm:pt modelId="{B4FBF2AD-68E8-4462-8F18-5DC5CAEE1A24}" type="pres">
      <dgm:prSet presAssocID="{8D95FAEE-872D-410F-B369-5B3C720C7092}" presName="parentLeftMargin" presStyleLbl="node1" presStyleIdx="0" presStyleCnt="5"/>
      <dgm:spPr/>
    </dgm:pt>
    <dgm:pt modelId="{A426E613-580F-4962-9FDA-297EF269AB68}" type="pres">
      <dgm:prSet presAssocID="{8D95FAEE-872D-410F-B369-5B3C720C709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BF45B98-65F9-4FC5-9FB2-288DA9E62CBC}" type="pres">
      <dgm:prSet presAssocID="{8D95FAEE-872D-410F-B369-5B3C720C7092}" presName="negativeSpace" presStyleCnt="0"/>
      <dgm:spPr/>
    </dgm:pt>
    <dgm:pt modelId="{3BF64DFB-91FF-491F-8005-973C46E7B773}" type="pres">
      <dgm:prSet presAssocID="{8D95FAEE-872D-410F-B369-5B3C720C7092}" presName="childText" presStyleLbl="conFgAcc1" presStyleIdx="1" presStyleCnt="5">
        <dgm:presLayoutVars>
          <dgm:bulletEnabled val="1"/>
        </dgm:presLayoutVars>
      </dgm:prSet>
      <dgm:spPr/>
    </dgm:pt>
    <dgm:pt modelId="{560C9E27-2E67-4053-9959-A7788B5E9827}" type="pres">
      <dgm:prSet presAssocID="{659DB53E-B041-42D9-A249-29EBD9291735}" presName="spaceBetweenRectangles" presStyleCnt="0"/>
      <dgm:spPr/>
    </dgm:pt>
    <dgm:pt modelId="{AE74F536-FBB3-4F47-9DE2-0B33C5510B44}" type="pres">
      <dgm:prSet presAssocID="{6E7F0519-2973-43E9-9C5D-B4438974410C}" presName="parentLin" presStyleCnt="0"/>
      <dgm:spPr/>
    </dgm:pt>
    <dgm:pt modelId="{85774991-5225-4C6B-8F78-828DECB79E29}" type="pres">
      <dgm:prSet presAssocID="{6E7F0519-2973-43E9-9C5D-B4438974410C}" presName="parentLeftMargin" presStyleLbl="node1" presStyleIdx="1" presStyleCnt="5"/>
      <dgm:spPr/>
    </dgm:pt>
    <dgm:pt modelId="{47CC8056-0265-4925-9228-5CB5BAFC8CD0}" type="pres">
      <dgm:prSet presAssocID="{6E7F0519-2973-43E9-9C5D-B4438974410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BEF9804-9E1E-4D5C-8A55-13D9E03D17E5}" type="pres">
      <dgm:prSet presAssocID="{6E7F0519-2973-43E9-9C5D-B4438974410C}" presName="negativeSpace" presStyleCnt="0"/>
      <dgm:spPr/>
    </dgm:pt>
    <dgm:pt modelId="{60843210-B32E-43C4-A726-0596AFA625F3}" type="pres">
      <dgm:prSet presAssocID="{6E7F0519-2973-43E9-9C5D-B4438974410C}" presName="childText" presStyleLbl="conFgAcc1" presStyleIdx="2" presStyleCnt="5">
        <dgm:presLayoutVars>
          <dgm:bulletEnabled val="1"/>
        </dgm:presLayoutVars>
      </dgm:prSet>
      <dgm:spPr/>
    </dgm:pt>
    <dgm:pt modelId="{96C7E832-0FB4-4528-91D0-0AC89B546B28}" type="pres">
      <dgm:prSet presAssocID="{1856B22B-3B0C-4A6C-BEF1-AB2159079701}" presName="spaceBetweenRectangles" presStyleCnt="0"/>
      <dgm:spPr/>
    </dgm:pt>
    <dgm:pt modelId="{37788C76-2C79-4B4A-AAB1-760B73249870}" type="pres">
      <dgm:prSet presAssocID="{60316CD4-0332-43C6-B683-D07CD868BA51}" presName="parentLin" presStyleCnt="0"/>
      <dgm:spPr/>
    </dgm:pt>
    <dgm:pt modelId="{FB8586A3-C66B-41E1-AECA-140C98DE3ACD}" type="pres">
      <dgm:prSet presAssocID="{60316CD4-0332-43C6-B683-D07CD868BA51}" presName="parentLeftMargin" presStyleLbl="node1" presStyleIdx="2" presStyleCnt="5"/>
      <dgm:spPr/>
    </dgm:pt>
    <dgm:pt modelId="{79CF6867-4304-4CB2-BD20-80C209265959}" type="pres">
      <dgm:prSet presAssocID="{60316CD4-0332-43C6-B683-D07CD868BA5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762DDF5-9EFC-4679-8E30-2C5E335EBDF2}" type="pres">
      <dgm:prSet presAssocID="{60316CD4-0332-43C6-B683-D07CD868BA51}" presName="negativeSpace" presStyleCnt="0"/>
      <dgm:spPr/>
    </dgm:pt>
    <dgm:pt modelId="{016AF7B9-F04A-4187-97CB-A2C265C6FCE9}" type="pres">
      <dgm:prSet presAssocID="{60316CD4-0332-43C6-B683-D07CD868BA51}" presName="childText" presStyleLbl="conFgAcc1" presStyleIdx="3" presStyleCnt="5">
        <dgm:presLayoutVars>
          <dgm:bulletEnabled val="1"/>
        </dgm:presLayoutVars>
      </dgm:prSet>
      <dgm:spPr/>
    </dgm:pt>
    <dgm:pt modelId="{C5A12B70-479D-4086-BAF0-BF35DD6B64F7}" type="pres">
      <dgm:prSet presAssocID="{395D5A3E-2CF3-4A14-BAD8-5822FDA23B33}" presName="spaceBetweenRectangles" presStyleCnt="0"/>
      <dgm:spPr/>
    </dgm:pt>
    <dgm:pt modelId="{C57E4E54-7AF4-4EAF-A1FE-1FA3787A5194}" type="pres">
      <dgm:prSet presAssocID="{23E9A8B8-6DB9-41F0-8CE7-A0392F1F9E00}" presName="parentLin" presStyleCnt="0"/>
      <dgm:spPr/>
    </dgm:pt>
    <dgm:pt modelId="{65E35FA3-7089-4B00-8EDD-C50A3AB38D2E}" type="pres">
      <dgm:prSet presAssocID="{23E9A8B8-6DB9-41F0-8CE7-A0392F1F9E00}" presName="parentLeftMargin" presStyleLbl="node1" presStyleIdx="3" presStyleCnt="5"/>
      <dgm:spPr/>
    </dgm:pt>
    <dgm:pt modelId="{079FF6CB-124D-4868-B662-E76FC19B9B5D}" type="pres">
      <dgm:prSet presAssocID="{23E9A8B8-6DB9-41F0-8CE7-A0392F1F9E00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F8B3EAD-E75E-46FB-B668-FD028FC42A7E}" type="pres">
      <dgm:prSet presAssocID="{23E9A8B8-6DB9-41F0-8CE7-A0392F1F9E00}" presName="negativeSpace" presStyleCnt="0"/>
      <dgm:spPr/>
    </dgm:pt>
    <dgm:pt modelId="{5380C4AF-E201-47AF-9F56-1C2CF4FAC2D1}" type="pres">
      <dgm:prSet presAssocID="{23E9A8B8-6DB9-41F0-8CE7-A0392F1F9E0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806E960A-DA63-4611-90CD-7ED169E6EA29}" type="presOf" srcId="{37C9E22E-7674-4480-B76B-BCAF9DD0392C}" destId="{645CFD3D-E47B-4AD5-BEC4-C37468173A24}" srcOrd="0" destOrd="0" presId="urn:microsoft.com/office/officeart/2005/8/layout/list1"/>
    <dgm:cxn modelId="{F22C1762-0D73-47AC-97A5-F060B37FC2F8}" type="presOf" srcId="{60316CD4-0332-43C6-B683-D07CD868BA51}" destId="{FB8586A3-C66B-41E1-AECA-140C98DE3ACD}" srcOrd="0" destOrd="0" presId="urn:microsoft.com/office/officeart/2005/8/layout/list1"/>
    <dgm:cxn modelId="{6B078165-22C6-4013-9A02-B8742A77C67D}" type="presOf" srcId="{6E7F0519-2973-43E9-9C5D-B4438974410C}" destId="{47CC8056-0265-4925-9228-5CB5BAFC8CD0}" srcOrd="1" destOrd="0" presId="urn:microsoft.com/office/officeart/2005/8/layout/list1"/>
    <dgm:cxn modelId="{88256D68-BCA7-4988-855D-A4794D30B5B6}" type="presOf" srcId="{8D95FAEE-872D-410F-B369-5B3C720C7092}" destId="{A426E613-580F-4962-9FDA-297EF269AB68}" srcOrd="1" destOrd="0" presId="urn:microsoft.com/office/officeart/2005/8/layout/list1"/>
    <dgm:cxn modelId="{78BF1E71-FB19-4085-8BA2-239CBD1B5D27}" type="presOf" srcId="{8D95FAEE-872D-410F-B369-5B3C720C7092}" destId="{B4FBF2AD-68E8-4462-8F18-5DC5CAEE1A24}" srcOrd="0" destOrd="0" presId="urn:microsoft.com/office/officeart/2005/8/layout/list1"/>
    <dgm:cxn modelId="{0DF8E352-4985-4045-8CEB-F65C5357A94F}" srcId="{AE6984F4-5163-427F-A9A2-3B717D71C655}" destId="{60316CD4-0332-43C6-B683-D07CD868BA51}" srcOrd="3" destOrd="0" parTransId="{0B6F504F-B74C-4A27-9DEE-948F2BD2D280}" sibTransId="{395D5A3E-2CF3-4A14-BAD8-5822FDA23B33}"/>
    <dgm:cxn modelId="{C453A854-6535-4F8C-A975-C9D538C5EB84}" type="presOf" srcId="{6E7F0519-2973-43E9-9C5D-B4438974410C}" destId="{85774991-5225-4C6B-8F78-828DECB79E29}" srcOrd="0" destOrd="0" presId="urn:microsoft.com/office/officeart/2005/8/layout/list1"/>
    <dgm:cxn modelId="{EBAD4857-708E-46E5-A470-40ED7B00414A}" srcId="{AE6984F4-5163-427F-A9A2-3B717D71C655}" destId="{23E9A8B8-6DB9-41F0-8CE7-A0392F1F9E00}" srcOrd="4" destOrd="0" parTransId="{ACD5A26F-818B-4F9D-B981-06D6FC6F8079}" sibTransId="{1D02BB29-305B-42B7-962D-45F54CFA4A9E}"/>
    <dgm:cxn modelId="{938D8778-CF89-46E2-96A5-A78DADDDFEF2}" srcId="{AE6984F4-5163-427F-A9A2-3B717D71C655}" destId="{8D95FAEE-872D-410F-B369-5B3C720C7092}" srcOrd="1" destOrd="0" parTransId="{D0BD878D-D94B-4B03-87D5-78E0EBD88723}" sibTransId="{659DB53E-B041-42D9-A249-29EBD9291735}"/>
    <dgm:cxn modelId="{D2E7F386-D8B5-478C-9FE6-102E75647E74}" srcId="{AE6984F4-5163-427F-A9A2-3B717D71C655}" destId="{6E7F0519-2973-43E9-9C5D-B4438974410C}" srcOrd="2" destOrd="0" parTransId="{9F885238-18E0-49E9-9464-07242B506FDA}" sibTransId="{1856B22B-3B0C-4A6C-BEF1-AB2159079701}"/>
    <dgm:cxn modelId="{B414A988-FF23-40A8-B460-9C20CFDD1C21}" srcId="{AE6984F4-5163-427F-A9A2-3B717D71C655}" destId="{37C9E22E-7674-4480-B76B-BCAF9DD0392C}" srcOrd="0" destOrd="0" parTransId="{8718BDEE-9136-4244-A65B-51B90F1BD2C4}" sibTransId="{2919BCE6-4360-4729-8620-8BA98727EBD0}"/>
    <dgm:cxn modelId="{1598819E-E391-4869-84CF-DAB9AAA01320}" type="presOf" srcId="{37C9E22E-7674-4480-B76B-BCAF9DD0392C}" destId="{5D040CEA-3D7D-47CC-B7C7-F623E22A6115}" srcOrd="1" destOrd="0" presId="urn:microsoft.com/office/officeart/2005/8/layout/list1"/>
    <dgm:cxn modelId="{9613C2AA-D8FF-4923-850D-65D3CC6DA680}" type="presOf" srcId="{60316CD4-0332-43C6-B683-D07CD868BA51}" destId="{79CF6867-4304-4CB2-BD20-80C209265959}" srcOrd="1" destOrd="0" presId="urn:microsoft.com/office/officeart/2005/8/layout/list1"/>
    <dgm:cxn modelId="{832717B4-373B-4B49-9329-A6E05B9E9AC5}" type="presOf" srcId="{23E9A8B8-6DB9-41F0-8CE7-A0392F1F9E00}" destId="{079FF6CB-124D-4868-B662-E76FC19B9B5D}" srcOrd="1" destOrd="0" presId="urn:microsoft.com/office/officeart/2005/8/layout/list1"/>
    <dgm:cxn modelId="{0AAB48ED-7E66-4AFA-9324-93729EEAB81D}" type="presOf" srcId="{AE6984F4-5163-427F-A9A2-3B717D71C655}" destId="{2BA9E6C6-0A3B-4CB5-9CF5-08B23CD02D7F}" srcOrd="0" destOrd="0" presId="urn:microsoft.com/office/officeart/2005/8/layout/list1"/>
    <dgm:cxn modelId="{DBE787F8-D8AF-43BC-9335-D613369C3F97}" type="presOf" srcId="{23E9A8B8-6DB9-41F0-8CE7-A0392F1F9E00}" destId="{65E35FA3-7089-4B00-8EDD-C50A3AB38D2E}" srcOrd="0" destOrd="0" presId="urn:microsoft.com/office/officeart/2005/8/layout/list1"/>
    <dgm:cxn modelId="{4C1A098A-E673-438F-95C5-98D27537D6B8}" type="presParOf" srcId="{2BA9E6C6-0A3B-4CB5-9CF5-08B23CD02D7F}" destId="{EB2BCAE8-1B87-4176-8616-377714D69B8F}" srcOrd="0" destOrd="0" presId="urn:microsoft.com/office/officeart/2005/8/layout/list1"/>
    <dgm:cxn modelId="{E3051EF1-EF9B-4978-A08E-7D2E0EBF4C3E}" type="presParOf" srcId="{EB2BCAE8-1B87-4176-8616-377714D69B8F}" destId="{645CFD3D-E47B-4AD5-BEC4-C37468173A24}" srcOrd="0" destOrd="0" presId="urn:microsoft.com/office/officeart/2005/8/layout/list1"/>
    <dgm:cxn modelId="{1EA21458-C86E-4DF1-B308-D806E6D585F5}" type="presParOf" srcId="{EB2BCAE8-1B87-4176-8616-377714D69B8F}" destId="{5D040CEA-3D7D-47CC-B7C7-F623E22A6115}" srcOrd="1" destOrd="0" presId="urn:microsoft.com/office/officeart/2005/8/layout/list1"/>
    <dgm:cxn modelId="{BF6F2039-FE01-4117-8F28-ECCD735D13DC}" type="presParOf" srcId="{2BA9E6C6-0A3B-4CB5-9CF5-08B23CD02D7F}" destId="{46F1F7F6-62F7-4CB8-885C-561573BE519C}" srcOrd="1" destOrd="0" presId="urn:microsoft.com/office/officeart/2005/8/layout/list1"/>
    <dgm:cxn modelId="{15EB26C9-2464-44A8-9115-C62AA1DD0A85}" type="presParOf" srcId="{2BA9E6C6-0A3B-4CB5-9CF5-08B23CD02D7F}" destId="{DA2AC8D1-BAF1-46F1-8C7B-6F365F6FF67B}" srcOrd="2" destOrd="0" presId="urn:microsoft.com/office/officeart/2005/8/layout/list1"/>
    <dgm:cxn modelId="{3C2D383F-2F1D-447F-80E0-6039AEBF35A1}" type="presParOf" srcId="{2BA9E6C6-0A3B-4CB5-9CF5-08B23CD02D7F}" destId="{5BC2D203-9C81-44C0-92CE-251A21D66E0E}" srcOrd="3" destOrd="0" presId="urn:microsoft.com/office/officeart/2005/8/layout/list1"/>
    <dgm:cxn modelId="{8910D278-A50B-4384-BB76-B202C8A33E54}" type="presParOf" srcId="{2BA9E6C6-0A3B-4CB5-9CF5-08B23CD02D7F}" destId="{4A150E0F-7405-478A-9377-5DF92DA5D7A3}" srcOrd="4" destOrd="0" presId="urn:microsoft.com/office/officeart/2005/8/layout/list1"/>
    <dgm:cxn modelId="{A3840929-69E4-4147-8E78-F7D0C0826073}" type="presParOf" srcId="{4A150E0F-7405-478A-9377-5DF92DA5D7A3}" destId="{B4FBF2AD-68E8-4462-8F18-5DC5CAEE1A24}" srcOrd="0" destOrd="0" presId="urn:microsoft.com/office/officeart/2005/8/layout/list1"/>
    <dgm:cxn modelId="{763AC1BE-F0D4-49F9-9BB4-0B2371959FA1}" type="presParOf" srcId="{4A150E0F-7405-478A-9377-5DF92DA5D7A3}" destId="{A426E613-580F-4962-9FDA-297EF269AB68}" srcOrd="1" destOrd="0" presId="urn:microsoft.com/office/officeart/2005/8/layout/list1"/>
    <dgm:cxn modelId="{B7E0313D-3930-4EAE-A422-38164C9D3D3C}" type="presParOf" srcId="{2BA9E6C6-0A3B-4CB5-9CF5-08B23CD02D7F}" destId="{EBF45B98-65F9-4FC5-9FB2-288DA9E62CBC}" srcOrd="5" destOrd="0" presId="urn:microsoft.com/office/officeart/2005/8/layout/list1"/>
    <dgm:cxn modelId="{4BCC92EC-9136-4756-8022-892AC6B75FE3}" type="presParOf" srcId="{2BA9E6C6-0A3B-4CB5-9CF5-08B23CD02D7F}" destId="{3BF64DFB-91FF-491F-8005-973C46E7B773}" srcOrd="6" destOrd="0" presId="urn:microsoft.com/office/officeart/2005/8/layout/list1"/>
    <dgm:cxn modelId="{69C61499-9048-47C2-B598-5E070BB35012}" type="presParOf" srcId="{2BA9E6C6-0A3B-4CB5-9CF5-08B23CD02D7F}" destId="{560C9E27-2E67-4053-9959-A7788B5E9827}" srcOrd="7" destOrd="0" presId="urn:microsoft.com/office/officeart/2005/8/layout/list1"/>
    <dgm:cxn modelId="{139008F5-1AF2-4EE7-B651-D6DCB6A12ED5}" type="presParOf" srcId="{2BA9E6C6-0A3B-4CB5-9CF5-08B23CD02D7F}" destId="{AE74F536-FBB3-4F47-9DE2-0B33C5510B44}" srcOrd="8" destOrd="0" presId="urn:microsoft.com/office/officeart/2005/8/layout/list1"/>
    <dgm:cxn modelId="{51EB0380-CDC4-49A0-BC3E-A4A7779092EF}" type="presParOf" srcId="{AE74F536-FBB3-4F47-9DE2-0B33C5510B44}" destId="{85774991-5225-4C6B-8F78-828DECB79E29}" srcOrd="0" destOrd="0" presId="urn:microsoft.com/office/officeart/2005/8/layout/list1"/>
    <dgm:cxn modelId="{DF56CE07-3057-43DD-9C21-E248FE171C4C}" type="presParOf" srcId="{AE74F536-FBB3-4F47-9DE2-0B33C5510B44}" destId="{47CC8056-0265-4925-9228-5CB5BAFC8CD0}" srcOrd="1" destOrd="0" presId="urn:microsoft.com/office/officeart/2005/8/layout/list1"/>
    <dgm:cxn modelId="{00461D16-0BFD-4822-9BB2-CFC424770291}" type="presParOf" srcId="{2BA9E6C6-0A3B-4CB5-9CF5-08B23CD02D7F}" destId="{1BEF9804-9E1E-4D5C-8A55-13D9E03D17E5}" srcOrd="9" destOrd="0" presId="urn:microsoft.com/office/officeart/2005/8/layout/list1"/>
    <dgm:cxn modelId="{82276D5E-8780-4239-9954-38B1F96432DF}" type="presParOf" srcId="{2BA9E6C6-0A3B-4CB5-9CF5-08B23CD02D7F}" destId="{60843210-B32E-43C4-A726-0596AFA625F3}" srcOrd="10" destOrd="0" presId="urn:microsoft.com/office/officeart/2005/8/layout/list1"/>
    <dgm:cxn modelId="{FD23CF30-0BBE-4611-B791-A549F16A310A}" type="presParOf" srcId="{2BA9E6C6-0A3B-4CB5-9CF5-08B23CD02D7F}" destId="{96C7E832-0FB4-4528-91D0-0AC89B546B28}" srcOrd="11" destOrd="0" presId="urn:microsoft.com/office/officeart/2005/8/layout/list1"/>
    <dgm:cxn modelId="{1CF6B7C5-A0F0-488E-84CD-F493ACA0307B}" type="presParOf" srcId="{2BA9E6C6-0A3B-4CB5-9CF5-08B23CD02D7F}" destId="{37788C76-2C79-4B4A-AAB1-760B73249870}" srcOrd="12" destOrd="0" presId="urn:microsoft.com/office/officeart/2005/8/layout/list1"/>
    <dgm:cxn modelId="{C1F39CA8-9598-4EAF-8753-E7587E8B29C4}" type="presParOf" srcId="{37788C76-2C79-4B4A-AAB1-760B73249870}" destId="{FB8586A3-C66B-41E1-AECA-140C98DE3ACD}" srcOrd="0" destOrd="0" presId="urn:microsoft.com/office/officeart/2005/8/layout/list1"/>
    <dgm:cxn modelId="{1778EF48-F2C9-4814-8E90-8F8B6E21794D}" type="presParOf" srcId="{37788C76-2C79-4B4A-AAB1-760B73249870}" destId="{79CF6867-4304-4CB2-BD20-80C209265959}" srcOrd="1" destOrd="0" presId="urn:microsoft.com/office/officeart/2005/8/layout/list1"/>
    <dgm:cxn modelId="{341CCF28-C8A7-4529-B0D9-FD3DA7A86A34}" type="presParOf" srcId="{2BA9E6C6-0A3B-4CB5-9CF5-08B23CD02D7F}" destId="{8762DDF5-9EFC-4679-8E30-2C5E335EBDF2}" srcOrd="13" destOrd="0" presId="urn:microsoft.com/office/officeart/2005/8/layout/list1"/>
    <dgm:cxn modelId="{80CD9695-86B1-46BC-8226-3324EA703672}" type="presParOf" srcId="{2BA9E6C6-0A3B-4CB5-9CF5-08B23CD02D7F}" destId="{016AF7B9-F04A-4187-97CB-A2C265C6FCE9}" srcOrd="14" destOrd="0" presId="urn:microsoft.com/office/officeart/2005/8/layout/list1"/>
    <dgm:cxn modelId="{33C4B477-02B1-4076-A9BF-949EE101D260}" type="presParOf" srcId="{2BA9E6C6-0A3B-4CB5-9CF5-08B23CD02D7F}" destId="{C5A12B70-479D-4086-BAF0-BF35DD6B64F7}" srcOrd="15" destOrd="0" presId="urn:microsoft.com/office/officeart/2005/8/layout/list1"/>
    <dgm:cxn modelId="{DA2E4562-B7F2-40B6-86A0-61F01ECBB9D6}" type="presParOf" srcId="{2BA9E6C6-0A3B-4CB5-9CF5-08B23CD02D7F}" destId="{C57E4E54-7AF4-4EAF-A1FE-1FA3787A5194}" srcOrd="16" destOrd="0" presId="urn:microsoft.com/office/officeart/2005/8/layout/list1"/>
    <dgm:cxn modelId="{DDB8432A-76BF-404B-8584-B50AE9A06A54}" type="presParOf" srcId="{C57E4E54-7AF4-4EAF-A1FE-1FA3787A5194}" destId="{65E35FA3-7089-4B00-8EDD-C50A3AB38D2E}" srcOrd="0" destOrd="0" presId="urn:microsoft.com/office/officeart/2005/8/layout/list1"/>
    <dgm:cxn modelId="{007E4647-5E50-4DE8-A022-3BA8F44F4A3C}" type="presParOf" srcId="{C57E4E54-7AF4-4EAF-A1FE-1FA3787A5194}" destId="{079FF6CB-124D-4868-B662-E76FC19B9B5D}" srcOrd="1" destOrd="0" presId="urn:microsoft.com/office/officeart/2005/8/layout/list1"/>
    <dgm:cxn modelId="{B15927C7-9AD2-4A47-B715-E2F0191852E8}" type="presParOf" srcId="{2BA9E6C6-0A3B-4CB5-9CF5-08B23CD02D7F}" destId="{0F8B3EAD-E75E-46FB-B668-FD028FC42A7E}" srcOrd="17" destOrd="0" presId="urn:microsoft.com/office/officeart/2005/8/layout/list1"/>
    <dgm:cxn modelId="{D08FA5A1-E212-4ECF-A97B-F00DA11C2B3B}" type="presParOf" srcId="{2BA9E6C6-0A3B-4CB5-9CF5-08B23CD02D7F}" destId="{5380C4AF-E201-47AF-9F56-1C2CF4FAC2D1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D6222B-6976-4776-AFA2-9DC78FB33AAC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73C0ECE-A2B5-4B04-82C0-73703BA30676}">
      <dgm:prSet phldrT="[Text]"/>
      <dgm:spPr/>
      <dgm:t>
        <a:bodyPr/>
        <a:lstStyle/>
        <a:p>
          <a:r>
            <a:rPr lang="en-IN"/>
            <a:t>Product Segmentation</a:t>
          </a:r>
        </a:p>
      </dgm:t>
    </dgm:pt>
    <dgm:pt modelId="{CD321238-13AB-454D-8514-10908E5B298C}" type="parTrans" cxnId="{A5CFA13E-10A9-4A42-9AEA-92F1E19DC084}">
      <dgm:prSet/>
      <dgm:spPr/>
      <dgm:t>
        <a:bodyPr/>
        <a:lstStyle/>
        <a:p>
          <a:endParaRPr lang="en-IN"/>
        </a:p>
      </dgm:t>
    </dgm:pt>
    <dgm:pt modelId="{B5BDF6A4-1EA0-4737-A8E6-E1C16B56A9FC}" type="sibTrans" cxnId="{A5CFA13E-10A9-4A42-9AEA-92F1E19DC084}">
      <dgm:prSet/>
      <dgm:spPr/>
      <dgm:t>
        <a:bodyPr/>
        <a:lstStyle/>
        <a:p>
          <a:endParaRPr lang="en-IN"/>
        </a:p>
      </dgm:t>
    </dgm:pt>
    <dgm:pt modelId="{F6464FCD-7A2C-4258-AB21-D9CAF01BD066}">
      <dgm:prSet phldrT="[Text]" custT="1"/>
      <dgm:spPr/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Transactions</a:t>
          </a:r>
        </a:p>
      </dgm:t>
    </dgm:pt>
    <dgm:pt modelId="{A26CB3D3-25C8-4194-AA07-17DC143A799D}" type="parTrans" cxnId="{3D92E9C9-BFB0-41E2-8CDF-D043BCC5930D}">
      <dgm:prSet/>
      <dgm:spPr/>
      <dgm:t>
        <a:bodyPr/>
        <a:lstStyle/>
        <a:p>
          <a:endParaRPr lang="en-IN"/>
        </a:p>
      </dgm:t>
    </dgm:pt>
    <dgm:pt modelId="{CCC2F6D1-AE0F-4953-AC2F-43E5AC02B185}" type="sibTrans" cxnId="{3D92E9C9-BFB0-41E2-8CDF-D043BCC5930D}">
      <dgm:prSet/>
      <dgm:spPr/>
      <dgm:t>
        <a:bodyPr/>
        <a:lstStyle/>
        <a:p>
          <a:endParaRPr lang="en-IN"/>
        </a:p>
      </dgm:t>
    </dgm:pt>
    <dgm:pt modelId="{516B912C-587A-43D0-83D4-601F695B11D2}">
      <dgm:prSet phldrT="[Text]" custT="1"/>
      <dgm:spPr/>
      <dgm:t>
        <a:bodyPr/>
        <a:lstStyle/>
        <a:p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Data Preprocessing</a:t>
          </a:r>
        </a:p>
      </dgm:t>
    </dgm:pt>
    <dgm:pt modelId="{88D55BC3-A193-4F72-BBA8-F84D1479F660}" type="parTrans" cxnId="{9EA01693-79C4-4653-A04E-4304A1CC206D}">
      <dgm:prSet/>
      <dgm:spPr/>
      <dgm:t>
        <a:bodyPr/>
        <a:lstStyle/>
        <a:p>
          <a:endParaRPr lang="en-IN"/>
        </a:p>
      </dgm:t>
    </dgm:pt>
    <dgm:pt modelId="{73D8617F-CC6E-4FAE-8CB9-9F1CCC5B2D4A}" type="sibTrans" cxnId="{9EA01693-79C4-4653-A04E-4304A1CC206D}">
      <dgm:prSet/>
      <dgm:spPr/>
      <dgm:t>
        <a:bodyPr/>
        <a:lstStyle/>
        <a:p>
          <a:endParaRPr lang="en-IN"/>
        </a:p>
      </dgm:t>
    </dgm:pt>
    <dgm:pt modelId="{65878443-A163-4F8A-BBBA-D18E8BE2120D}">
      <dgm:prSet phldrT="[Text]" custT="1"/>
      <dgm:spPr/>
      <dgm:t>
        <a:bodyPr/>
        <a:lstStyle/>
        <a:p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MAB Theorem</a:t>
          </a:r>
        </a:p>
      </dgm:t>
    </dgm:pt>
    <dgm:pt modelId="{95AE121D-4A1C-4163-A591-2DE4367694A7}" type="parTrans" cxnId="{FF89383E-C249-4A79-AC1E-56CA2E69A592}">
      <dgm:prSet/>
      <dgm:spPr/>
      <dgm:t>
        <a:bodyPr/>
        <a:lstStyle/>
        <a:p>
          <a:endParaRPr lang="en-IN"/>
        </a:p>
      </dgm:t>
    </dgm:pt>
    <dgm:pt modelId="{1D0BF916-13AA-4379-A649-90BB876BD238}" type="sibTrans" cxnId="{FF89383E-C249-4A79-AC1E-56CA2E69A592}">
      <dgm:prSet/>
      <dgm:spPr/>
      <dgm:t>
        <a:bodyPr/>
        <a:lstStyle/>
        <a:p>
          <a:endParaRPr lang="en-IN"/>
        </a:p>
      </dgm:t>
    </dgm:pt>
    <dgm:pt modelId="{4EE41274-8E87-4F27-9012-2117C7313E18}">
      <dgm:prSet phldrT="[Text]"/>
      <dgm:spPr/>
      <dgm:t>
        <a:bodyPr/>
        <a:lstStyle/>
        <a:p>
          <a:r>
            <a:rPr lang="en-IN"/>
            <a:t>Optimal Revenue &amp; Regret Calculation</a:t>
          </a:r>
        </a:p>
      </dgm:t>
    </dgm:pt>
    <dgm:pt modelId="{9F8B6327-04E3-4479-8A3C-904B2CED57A6}" type="parTrans" cxnId="{BE9FA4B3-C6D1-4DED-B4DB-725135D8A20D}">
      <dgm:prSet/>
      <dgm:spPr/>
      <dgm:t>
        <a:bodyPr/>
        <a:lstStyle/>
        <a:p>
          <a:endParaRPr lang="en-IN"/>
        </a:p>
      </dgm:t>
    </dgm:pt>
    <dgm:pt modelId="{612F55F9-0A2F-42C9-8A64-5DF3DF69ECF8}" type="sibTrans" cxnId="{BE9FA4B3-C6D1-4DED-B4DB-725135D8A20D}">
      <dgm:prSet/>
      <dgm:spPr/>
      <dgm:t>
        <a:bodyPr/>
        <a:lstStyle/>
        <a:p>
          <a:endParaRPr lang="en-IN"/>
        </a:p>
      </dgm:t>
    </dgm:pt>
    <dgm:pt modelId="{8A82211B-7FBA-4095-BA79-B5C6C6BFFAF6}">
      <dgm:prSet phldrT="[Text]" custT="1"/>
      <dgm:spPr/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Price Simulation - 2</a:t>
          </a:r>
        </a:p>
      </dgm:t>
    </dgm:pt>
    <dgm:pt modelId="{F5185A33-BC1D-4BAD-9CEF-2DA775AA8E6B}" type="parTrans" cxnId="{04FBEAD4-D9BB-4CF1-9AFF-885A1F719D68}">
      <dgm:prSet/>
      <dgm:spPr/>
      <dgm:t>
        <a:bodyPr/>
        <a:lstStyle/>
        <a:p>
          <a:endParaRPr lang="en-IN"/>
        </a:p>
      </dgm:t>
    </dgm:pt>
    <dgm:pt modelId="{B9DCD27B-AE25-4B90-BFD3-F3F9ACB4921C}" type="sibTrans" cxnId="{04FBEAD4-D9BB-4CF1-9AFF-885A1F719D68}">
      <dgm:prSet/>
      <dgm:spPr/>
      <dgm:t>
        <a:bodyPr/>
        <a:lstStyle/>
        <a:p>
          <a:endParaRPr lang="en-IN"/>
        </a:p>
      </dgm:t>
    </dgm:pt>
    <dgm:pt modelId="{FDD32A70-BA59-419C-8CEE-DB395EA40295}">
      <dgm:prSet phldrT="[Text]" custT="1"/>
      <dgm:spPr/>
      <dgm:t>
        <a:bodyPr/>
        <a:lstStyle/>
        <a:p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Price Fixation - 2</a:t>
          </a:r>
        </a:p>
      </dgm:t>
    </dgm:pt>
    <dgm:pt modelId="{066560BC-191D-4A08-8630-0019C8382BF2}" type="parTrans" cxnId="{D6432209-BDED-4665-B020-B31BF482A240}">
      <dgm:prSet/>
      <dgm:spPr/>
      <dgm:t>
        <a:bodyPr/>
        <a:lstStyle/>
        <a:p>
          <a:endParaRPr lang="en-IN"/>
        </a:p>
      </dgm:t>
    </dgm:pt>
    <dgm:pt modelId="{2432362C-58E0-4C7A-937A-782FCE7EFCEF}" type="sibTrans" cxnId="{D6432209-BDED-4665-B020-B31BF482A240}">
      <dgm:prSet/>
      <dgm:spPr/>
      <dgm:t>
        <a:bodyPr/>
        <a:lstStyle/>
        <a:p>
          <a:endParaRPr lang="en-IN"/>
        </a:p>
      </dgm:t>
    </dgm:pt>
    <dgm:pt modelId="{3D123341-7F85-4BF1-A22A-22C42D987574}">
      <dgm:prSet phldrT="[Text]" custT="1"/>
      <dgm:spPr/>
      <dgm:t>
        <a:bodyPr/>
        <a:lstStyle/>
        <a:p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Demand </a:t>
          </a:r>
          <a:r>
            <a:rPr lang="en-US" sz="2000" b="0">
              <a:latin typeface="Times New Roman" panose="02020603050405020304" pitchFamily="18" charset="0"/>
              <a:cs typeface="Times New Roman" panose="02020603050405020304" pitchFamily="18" charset="0"/>
            </a:rPr>
            <a:t>Function generation  - Ridge </a:t>
          </a:r>
          <a:r>
            <a:rPr lang="en-US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Regression &amp; </a:t>
          </a:r>
          <a:r>
            <a:rPr lang="en-US" sz="2000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Arimax</a:t>
          </a:r>
          <a:endParaRPr lang="en-IN" sz="20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D671766-898B-4E1E-9C60-14889F3B67B3}" type="parTrans" cxnId="{5171D98B-5B6D-493E-939E-AEC1C421AF72}">
      <dgm:prSet/>
      <dgm:spPr/>
      <dgm:t>
        <a:bodyPr/>
        <a:lstStyle/>
        <a:p>
          <a:endParaRPr lang="en-IN"/>
        </a:p>
      </dgm:t>
    </dgm:pt>
    <dgm:pt modelId="{D8BEDE0D-F16E-4D66-A274-89CD9105A72D}" type="sibTrans" cxnId="{5171D98B-5B6D-493E-939E-AEC1C421AF72}">
      <dgm:prSet/>
      <dgm:spPr/>
      <dgm:t>
        <a:bodyPr/>
        <a:lstStyle/>
        <a:p>
          <a:endParaRPr lang="en-IN"/>
        </a:p>
      </dgm:t>
    </dgm:pt>
    <dgm:pt modelId="{37BE4704-C83D-445A-BF1C-FB5C0F1410A0}">
      <dgm:prSet phldrT="[Text]" custT="1"/>
      <dgm:spPr/>
      <dgm:t>
        <a:bodyPr/>
        <a:lstStyle/>
        <a:p>
          <a:r>
            <a:rPr lang="en-IN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Price</a:t>
          </a:r>
          <a:r>
            <a:rPr lang="en-IN" sz="2000" b="0" dirty="0"/>
            <a:t> </a:t>
          </a:r>
          <a:r>
            <a:rPr lang="en-IN" sz="2000" b="0" dirty="0">
              <a:latin typeface="Times New Roman" panose="02020603050405020304" pitchFamily="18" charset="0"/>
              <a:cs typeface="Times New Roman" panose="02020603050405020304" pitchFamily="18" charset="0"/>
            </a:rPr>
            <a:t>Simulation – 1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23B565-F819-455F-85AD-550EEC620433}" type="parTrans" cxnId="{51354010-EBF5-4A53-9C67-E2C67C4EB062}">
      <dgm:prSet/>
      <dgm:spPr/>
      <dgm:t>
        <a:bodyPr/>
        <a:lstStyle/>
        <a:p>
          <a:endParaRPr lang="en-IN"/>
        </a:p>
      </dgm:t>
    </dgm:pt>
    <dgm:pt modelId="{59BEE1E6-37B7-4A6C-BE94-440E3031FDB4}" type="sibTrans" cxnId="{51354010-EBF5-4A53-9C67-E2C67C4EB062}">
      <dgm:prSet/>
      <dgm:spPr/>
      <dgm:t>
        <a:bodyPr/>
        <a:lstStyle/>
        <a:p>
          <a:endParaRPr lang="en-IN"/>
        </a:p>
      </dgm:t>
    </dgm:pt>
    <dgm:pt modelId="{EB22C9C4-40F6-47C3-9B92-0090E0752A64}">
      <dgm:prSet phldrT="[Text]" custT="1"/>
      <dgm:spPr/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Price Fixation - 1</a:t>
          </a:r>
        </a:p>
      </dgm:t>
    </dgm:pt>
    <dgm:pt modelId="{9BB2BB9F-05E7-495A-992C-3D375E52DF27}" type="parTrans" cxnId="{66A2F72B-BEC8-402F-9FD8-7F1CF14424F7}">
      <dgm:prSet/>
      <dgm:spPr/>
      <dgm:t>
        <a:bodyPr/>
        <a:lstStyle/>
        <a:p>
          <a:endParaRPr lang="en-IN"/>
        </a:p>
      </dgm:t>
    </dgm:pt>
    <dgm:pt modelId="{097CCCD4-6354-4242-A8EA-520A909721D7}" type="sibTrans" cxnId="{66A2F72B-BEC8-402F-9FD8-7F1CF14424F7}">
      <dgm:prSet/>
      <dgm:spPr/>
      <dgm:t>
        <a:bodyPr/>
        <a:lstStyle/>
        <a:p>
          <a:endParaRPr lang="en-IN"/>
        </a:p>
      </dgm:t>
    </dgm:pt>
    <dgm:pt modelId="{71BF08E6-74FC-4242-8874-04924ED838EC}" type="pres">
      <dgm:prSet presAssocID="{F0D6222B-6976-4776-AFA2-9DC78FB33AAC}" presName="Name0" presStyleCnt="0">
        <dgm:presLayoutVars>
          <dgm:dir/>
          <dgm:animLvl val="lvl"/>
          <dgm:resizeHandles val="exact"/>
        </dgm:presLayoutVars>
      </dgm:prSet>
      <dgm:spPr/>
    </dgm:pt>
    <dgm:pt modelId="{17A6BFCE-A591-4CF5-A27E-23155B9FEB63}" type="pres">
      <dgm:prSet presAssocID="{F0D6222B-6976-4776-AFA2-9DC78FB33AAC}" presName="tSp" presStyleCnt="0"/>
      <dgm:spPr/>
    </dgm:pt>
    <dgm:pt modelId="{3B210D32-ACCF-46EB-87C7-00A3947B42E4}" type="pres">
      <dgm:prSet presAssocID="{F0D6222B-6976-4776-AFA2-9DC78FB33AAC}" presName="bSp" presStyleCnt="0"/>
      <dgm:spPr/>
    </dgm:pt>
    <dgm:pt modelId="{E09C4793-E6F1-41CB-B668-31B1B3C003E3}" type="pres">
      <dgm:prSet presAssocID="{F0D6222B-6976-4776-AFA2-9DC78FB33AAC}" presName="process" presStyleCnt="0"/>
      <dgm:spPr/>
    </dgm:pt>
    <dgm:pt modelId="{DE4E2C01-AA2C-4863-A93D-5EA0307254C7}" type="pres">
      <dgm:prSet presAssocID="{A73C0ECE-A2B5-4B04-82C0-73703BA30676}" presName="composite1" presStyleCnt="0"/>
      <dgm:spPr/>
    </dgm:pt>
    <dgm:pt modelId="{2498CB83-D591-460B-9502-7DED91648CC5}" type="pres">
      <dgm:prSet presAssocID="{A73C0ECE-A2B5-4B04-82C0-73703BA30676}" presName="dummyNode1" presStyleLbl="node1" presStyleIdx="0" presStyleCnt="3"/>
      <dgm:spPr/>
    </dgm:pt>
    <dgm:pt modelId="{3829F1C7-D31A-470F-90EE-3F1F09D19131}" type="pres">
      <dgm:prSet presAssocID="{A73C0ECE-A2B5-4B04-82C0-73703BA30676}" presName="childNode1" presStyleLbl="bgAcc1" presStyleIdx="0" presStyleCnt="3" custScaleX="136643">
        <dgm:presLayoutVars>
          <dgm:bulletEnabled val="1"/>
        </dgm:presLayoutVars>
      </dgm:prSet>
      <dgm:spPr/>
    </dgm:pt>
    <dgm:pt modelId="{E8256530-727A-4077-A48C-6CE4435F20AA}" type="pres">
      <dgm:prSet presAssocID="{A73C0ECE-A2B5-4B04-82C0-73703BA30676}" presName="childNode1tx" presStyleLbl="bgAcc1" presStyleIdx="0" presStyleCnt="3">
        <dgm:presLayoutVars>
          <dgm:bulletEnabled val="1"/>
        </dgm:presLayoutVars>
      </dgm:prSet>
      <dgm:spPr/>
    </dgm:pt>
    <dgm:pt modelId="{CE77E67A-3035-4543-B8BC-759A8E4BCCDE}" type="pres">
      <dgm:prSet presAssocID="{A73C0ECE-A2B5-4B04-82C0-73703BA30676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90D3EA20-A51E-4722-8138-2949B4601082}" type="pres">
      <dgm:prSet presAssocID="{A73C0ECE-A2B5-4B04-82C0-73703BA30676}" presName="connSite1" presStyleCnt="0"/>
      <dgm:spPr/>
    </dgm:pt>
    <dgm:pt modelId="{8E497879-90EF-4AC3-B575-507CD168057D}" type="pres">
      <dgm:prSet presAssocID="{B5BDF6A4-1EA0-4737-A8E6-E1C16B56A9FC}" presName="Name9" presStyleLbl="sibTrans2D1" presStyleIdx="0" presStyleCnt="2"/>
      <dgm:spPr/>
    </dgm:pt>
    <dgm:pt modelId="{CB129428-5B7B-4D1B-B740-C7EABE8FBCB2}" type="pres">
      <dgm:prSet presAssocID="{65878443-A163-4F8A-BBBA-D18E8BE2120D}" presName="composite2" presStyleCnt="0"/>
      <dgm:spPr/>
    </dgm:pt>
    <dgm:pt modelId="{52035224-905A-42FF-B5F9-64A920AD1EB1}" type="pres">
      <dgm:prSet presAssocID="{65878443-A163-4F8A-BBBA-D18E8BE2120D}" presName="dummyNode2" presStyleLbl="node1" presStyleIdx="0" presStyleCnt="3"/>
      <dgm:spPr/>
    </dgm:pt>
    <dgm:pt modelId="{914394F8-C952-4CEF-BDD5-AA98EDAD9BC3}" type="pres">
      <dgm:prSet presAssocID="{65878443-A163-4F8A-BBBA-D18E8BE2120D}" presName="childNode2" presStyleLbl="bgAcc1" presStyleIdx="1" presStyleCnt="3" custScaleX="165073">
        <dgm:presLayoutVars>
          <dgm:bulletEnabled val="1"/>
        </dgm:presLayoutVars>
      </dgm:prSet>
      <dgm:spPr/>
    </dgm:pt>
    <dgm:pt modelId="{5EE018FB-9AA6-4D9E-9497-E5D14F94EEB1}" type="pres">
      <dgm:prSet presAssocID="{65878443-A163-4F8A-BBBA-D18E8BE2120D}" presName="childNode2tx" presStyleLbl="bgAcc1" presStyleIdx="1" presStyleCnt="3">
        <dgm:presLayoutVars>
          <dgm:bulletEnabled val="1"/>
        </dgm:presLayoutVars>
      </dgm:prSet>
      <dgm:spPr/>
    </dgm:pt>
    <dgm:pt modelId="{F1533E65-F908-45D4-A901-F84A1C901579}" type="pres">
      <dgm:prSet presAssocID="{65878443-A163-4F8A-BBBA-D18E8BE2120D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8B11D480-76EA-44CE-9BC0-246F043D0D08}" type="pres">
      <dgm:prSet presAssocID="{65878443-A163-4F8A-BBBA-D18E8BE2120D}" presName="connSite2" presStyleCnt="0"/>
      <dgm:spPr/>
    </dgm:pt>
    <dgm:pt modelId="{E2CFDC24-6936-4633-A999-26465960AA4E}" type="pres">
      <dgm:prSet presAssocID="{1D0BF916-13AA-4379-A649-90BB876BD238}" presName="Name18" presStyleLbl="sibTrans2D1" presStyleIdx="1" presStyleCnt="2"/>
      <dgm:spPr/>
    </dgm:pt>
    <dgm:pt modelId="{FEB2FC22-E9C2-41FE-AC12-63686638B184}" type="pres">
      <dgm:prSet presAssocID="{4EE41274-8E87-4F27-9012-2117C7313E18}" presName="composite1" presStyleCnt="0"/>
      <dgm:spPr/>
    </dgm:pt>
    <dgm:pt modelId="{15007811-D919-404F-AA6B-46C831A57A3C}" type="pres">
      <dgm:prSet presAssocID="{4EE41274-8E87-4F27-9012-2117C7313E18}" presName="dummyNode1" presStyleLbl="node1" presStyleIdx="1" presStyleCnt="3"/>
      <dgm:spPr/>
    </dgm:pt>
    <dgm:pt modelId="{20D9DF46-1CEF-4B0E-A1AF-C9670CAD657B}" type="pres">
      <dgm:prSet presAssocID="{4EE41274-8E87-4F27-9012-2117C7313E18}" presName="childNode1" presStyleLbl="bgAcc1" presStyleIdx="2" presStyleCnt="3" custScaleX="129094">
        <dgm:presLayoutVars>
          <dgm:bulletEnabled val="1"/>
        </dgm:presLayoutVars>
      </dgm:prSet>
      <dgm:spPr/>
    </dgm:pt>
    <dgm:pt modelId="{C13650F0-3F21-4040-8E9D-D1219756BDF4}" type="pres">
      <dgm:prSet presAssocID="{4EE41274-8E87-4F27-9012-2117C7313E18}" presName="childNode1tx" presStyleLbl="bgAcc1" presStyleIdx="2" presStyleCnt="3">
        <dgm:presLayoutVars>
          <dgm:bulletEnabled val="1"/>
        </dgm:presLayoutVars>
      </dgm:prSet>
      <dgm:spPr/>
    </dgm:pt>
    <dgm:pt modelId="{F3AB4555-71A1-4E6C-84F8-824EC390309F}" type="pres">
      <dgm:prSet presAssocID="{4EE41274-8E87-4F27-9012-2117C7313E18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0094E48C-2D43-4091-BCB4-B53EC0C10D2D}" type="pres">
      <dgm:prSet presAssocID="{4EE41274-8E87-4F27-9012-2117C7313E18}" presName="connSite1" presStyleCnt="0"/>
      <dgm:spPr/>
    </dgm:pt>
  </dgm:ptLst>
  <dgm:cxnLst>
    <dgm:cxn modelId="{BE4F3C00-A356-4946-BC25-4751DCF24664}" type="presOf" srcId="{1D0BF916-13AA-4379-A649-90BB876BD238}" destId="{E2CFDC24-6936-4633-A999-26465960AA4E}" srcOrd="0" destOrd="0" presId="urn:microsoft.com/office/officeart/2005/8/layout/hProcess4"/>
    <dgm:cxn modelId="{D6432209-BDED-4665-B020-B31BF482A240}" srcId="{4EE41274-8E87-4F27-9012-2117C7313E18}" destId="{FDD32A70-BA59-419C-8CEE-DB395EA40295}" srcOrd="3" destOrd="0" parTransId="{066560BC-191D-4A08-8630-0019C8382BF2}" sibTransId="{2432362C-58E0-4C7A-937A-782FCE7EFCEF}"/>
    <dgm:cxn modelId="{E2E7670B-A270-46C7-A6DF-EF9BE99FFA21}" type="presOf" srcId="{37BE4704-C83D-445A-BF1C-FB5C0F1410A0}" destId="{C13650F0-3F21-4040-8E9D-D1219756BDF4}" srcOrd="1" destOrd="0" presId="urn:microsoft.com/office/officeart/2005/8/layout/hProcess4"/>
    <dgm:cxn modelId="{420BB50B-7FDA-45CD-9CF3-F831DA809A0A}" type="presOf" srcId="{F6464FCD-7A2C-4258-AB21-D9CAF01BD066}" destId="{3829F1C7-D31A-470F-90EE-3F1F09D19131}" srcOrd="0" destOrd="0" presId="urn:microsoft.com/office/officeart/2005/8/layout/hProcess4"/>
    <dgm:cxn modelId="{51354010-EBF5-4A53-9C67-E2C67C4EB062}" srcId="{4EE41274-8E87-4F27-9012-2117C7313E18}" destId="{37BE4704-C83D-445A-BF1C-FB5C0F1410A0}" srcOrd="0" destOrd="0" parTransId="{5923B565-F819-455F-85AD-550EEC620433}" sibTransId="{59BEE1E6-37B7-4A6C-BE94-440E3031FDB4}"/>
    <dgm:cxn modelId="{B4C7F01E-1263-4EFE-8214-3B1F06CD0DE7}" type="presOf" srcId="{EB22C9C4-40F6-47C3-9B92-0090E0752A64}" destId="{C13650F0-3F21-4040-8E9D-D1219756BDF4}" srcOrd="1" destOrd="1" presId="urn:microsoft.com/office/officeart/2005/8/layout/hProcess4"/>
    <dgm:cxn modelId="{66A2F72B-BEC8-402F-9FD8-7F1CF14424F7}" srcId="{4EE41274-8E87-4F27-9012-2117C7313E18}" destId="{EB22C9C4-40F6-47C3-9B92-0090E0752A64}" srcOrd="1" destOrd="0" parTransId="{9BB2BB9F-05E7-495A-992C-3D375E52DF27}" sibTransId="{097CCCD4-6354-4242-A8EA-520A909721D7}"/>
    <dgm:cxn modelId="{FF89383E-C249-4A79-AC1E-56CA2E69A592}" srcId="{F0D6222B-6976-4776-AFA2-9DC78FB33AAC}" destId="{65878443-A163-4F8A-BBBA-D18E8BE2120D}" srcOrd="1" destOrd="0" parTransId="{95AE121D-4A1C-4163-A591-2DE4367694A7}" sibTransId="{1D0BF916-13AA-4379-A649-90BB876BD238}"/>
    <dgm:cxn modelId="{A5CFA13E-10A9-4A42-9AEA-92F1E19DC084}" srcId="{F0D6222B-6976-4776-AFA2-9DC78FB33AAC}" destId="{A73C0ECE-A2B5-4B04-82C0-73703BA30676}" srcOrd="0" destOrd="0" parTransId="{CD321238-13AB-454D-8514-10908E5B298C}" sibTransId="{B5BDF6A4-1EA0-4737-A8E6-E1C16B56A9FC}"/>
    <dgm:cxn modelId="{A5F73A61-696B-4D3A-B0FA-346FF7C21304}" type="presOf" srcId="{3D123341-7F85-4BF1-A22A-22C42D987574}" destId="{914394F8-C952-4CEF-BDD5-AA98EDAD9BC3}" srcOrd="0" destOrd="0" presId="urn:microsoft.com/office/officeart/2005/8/layout/hProcess4"/>
    <dgm:cxn modelId="{D6F15C42-B97A-46F5-8615-62A29F38D2D1}" type="presOf" srcId="{516B912C-587A-43D0-83D4-601F695B11D2}" destId="{E8256530-727A-4077-A48C-6CE4435F20AA}" srcOrd="1" destOrd="1" presId="urn:microsoft.com/office/officeart/2005/8/layout/hProcess4"/>
    <dgm:cxn modelId="{1653F762-7E0C-4F53-9168-53E051FEAA36}" type="presOf" srcId="{A73C0ECE-A2B5-4B04-82C0-73703BA30676}" destId="{CE77E67A-3035-4543-B8BC-759A8E4BCCDE}" srcOrd="0" destOrd="0" presId="urn:microsoft.com/office/officeart/2005/8/layout/hProcess4"/>
    <dgm:cxn modelId="{495B464B-5A18-4341-9C79-490EB835EB65}" type="presOf" srcId="{8A82211B-7FBA-4095-BA79-B5C6C6BFFAF6}" destId="{20D9DF46-1CEF-4B0E-A1AF-C9670CAD657B}" srcOrd="0" destOrd="2" presId="urn:microsoft.com/office/officeart/2005/8/layout/hProcess4"/>
    <dgm:cxn modelId="{6D1D7F6C-D2A8-4E7A-B4AF-59CA83201902}" type="presOf" srcId="{B5BDF6A4-1EA0-4737-A8E6-E1C16B56A9FC}" destId="{8E497879-90EF-4AC3-B575-507CD168057D}" srcOrd="0" destOrd="0" presId="urn:microsoft.com/office/officeart/2005/8/layout/hProcess4"/>
    <dgm:cxn modelId="{C55D5289-D764-4305-9C56-C656B6ED5709}" type="presOf" srcId="{F6464FCD-7A2C-4258-AB21-D9CAF01BD066}" destId="{E8256530-727A-4077-A48C-6CE4435F20AA}" srcOrd="1" destOrd="0" presId="urn:microsoft.com/office/officeart/2005/8/layout/hProcess4"/>
    <dgm:cxn modelId="{CF40198B-4D6A-4E68-8231-E4DD0583B528}" type="presOf" srcId="{3D123341-7F85-4BF1-A22A-22C42D987574}" destId="{5EE018FB-9AA6-4D9E-9497-E5D14F94EEB1}" srcOrd="1" destOrd="0" presId="urn:microsoft.com/office/officeart/2005/8/layout/hProcess4"/>
    <dgm:cxn modelId="{5171D98B-5B6D-493E-939E-AEC1C421AF72}" srcId="{65878443-A163-4F8A-BBBA-D18E8BE2120D}" destId="{3D123341-7F85-4BF1-A22A-22C42D987574}" srcOrd="0" destOrd="0" parTransId="{DD671766-898B-4E1E-9C60-14889F3B67B3}" sibTransId="{D8BEDE0D-F16E-4D66-A274-89CD9105A72D}"/>
    <dgm:cxn modelId="{3D16D08F-2C39-441A-8ACE-9CD4E1273C37}" type="presOf" srcId="{FDD32A70-BA59-419C-8CEE-DB395EA40295}" destId="{C13650F0-3F21-4040-8E9D-D1219756BDF4}" srcOrd="1" destOrd="3" presId="urn:microsoft.com/office/officeart/2005/8/layout/hProcess4"/>
    <dgm:cxn modelId="{9EA01693-79C4-4653-A04E-4304A1CC206D}" srcId="{A73C0ECE-A2B5-4B04-82C0-73703BA30676}" destId="{516B912C-587A-43D0-83D4-601F695B11D2}" srcOrd="1" destOrd="0" parTransId="{88D55BC3-A193-4F72-BBA8-F84D1479F660}" sibTransId="{73D8617F-CC6E-4FAE-8CB9-9F1CCC5B2D4A}"/>
    <dgm:cxn modelId="{BE9FA4B3-C6D1-4DED-B4DB-725135D8A20D}" srcId="{F0D6222B-6976-4776-AFA2-9DC78FB33AAC}" destId="{4EE41274-8E87-4F27-9012-2117C7313E18}" srcOrd="2" destOrd="0" parTransId="{9F8B6327-04E3-4479-8A3C-904B2CED57A6}" sibTransId="{612F55F9-0A2F-42C9-8A64-5DF3DF69ECF8}"/>
    <dgm:cxn modelId="{7B4AF4B4-F1A3-415A-82BB-B11BFACE5071}" type="presOf" srcId="{FDD32A70-BA59-419C-8CEE-DB395EA40295}" destId="{20D9DF46-1CEF-4B0E-A1AF-C9670CAD657B}" srcOrd="0" destOrd="3" presId="urn:microsoft.com/office/officeart/2005/8/layout/hProcess4"/>
    <dgm:cxn modelId="{14FA4BBC-44AA-4B4D-BBB4-52C1E80D7BA9}" type="presOf" srcId="{65878443-A163-4F8A-BBBA-D18E8BE2120D}" destId="{F1533E65-F908-45D4-A901-F84A1C901579}" srcOrd="0" destOrd="0" presId="urn:microsoft.com/office/officeart/2005/8/layout/hProcess4"/>
    <dgm:cxn modelId="{3D92E9C9-BFB0-41E2-8CDF-D043BCC5930D}" srcId="{A73C0ECE-A2B5-4B04-82C0-73703BA30676}" destId="{F6464FCD-7A2C-4258-AB21-D9CAF01BD066}" srcOrd="0" destOrd="0" parTransId="{A26CB3D3-25C8-4194-AA07-17DC143A799D}" sibTransId="{CCC2F6D1-AE0F-4953-AC2F-43E5AC02B185}"/>
    <dgm:cxn modelId="{04FBEAD4-D9BB-4CF1-9AFF-885A1F719D68}" srcId="{4EE41274-8E87-4F27-9012-2117C7313E18}" destId="{8A82211B-7FBA-4095-BA79-B5C6C6BFFAF6}" srcOrd="2" destOrd="0" parTransId="{F5185A33-BC1D-4BAD-9CEF-2DA775AA8E6B}" sibTransId="{B9DCD27B-AE25-4B90-BFD3-F3F9ACB4921C}"/>
    <dgm:cxn modelId="{B805D3D5-B635-4520-ABB5-088772A7B768}" type="presOf" srcId="{516B912C-587A-43D0-83D4-601F695B11D2}" destId="{3829F1C7-D31A-470F-90EE-3F1F09D19131}" srcOrd="0" destOrd="1" presId="urn:microsoft.com/office/officeart/2005/8/layout/hProcess4"/>
    <dgm:cxn modelId="{8E048AE4-FCBA-43FF-AEB3-2A10B1174329}" type="presOf" srcId="{4EE41274-8E87-4F27-9012-2117C7313E18}" destId="{F3AB4555-71A1-4E6C-84F8-824EC390309F}" srcOrd="0" destOrd="0" presId="urn:microsoft.com/office/officeart/2005/8/layout/hProcess4"/>
    <dgm:cxn modelId="{E0F604E8-F765-4922-8813-527AD758DFAB}" type="presOf" srcId="{8A82211B-7FBA-4095-BA79-B5C6C6BFFAF6}" destId="{C13650F0-3F21-4040-8E9D-D1219756BDF4}" srcOrd="1" destOrd="2" presId="urn:microsoft.com/office/officeart/2005/8/layout/hProcess4"/>
    <dgm:cxn modelId="{441788F0-87A5-40DE-9FE3-F5453572C953}" type="presOf" srcId="{EB22C9C4-40F6-47C3-9B92-0090E0752A64}" destId="{20D9DF46-1CEF-4B0E-A1AF-C9670CAD657B}" srcOrd="0" destOrd="1" presId="urn:microsoft.com/office/officeart/2005/8/layout/hProcess4"/>
    <dgm:cxn modelId="{41E795F6-85DA-4A11-8CFF-73641EB1994B}" type="presOf" srcId="{F0D6222B-6976-4776-AFA2-9DC78FB33AAC}" destId="{71BF08E6-74FC-4242-8874-04924ED838EC}" srcOrd="0" destOrd="0" presId="urn:microsoft.com/office/officeart/2005/8/layout/hProcess4"/>
    <dgm:cxn modelId="{CEDEB4F9-8B10-4C08-A630-AE5E62132934}" type="presOf" srcId="{37BE4704-C83D-445A-BF1C-FB5C0F1410A0}" destId="{20D9DF46-1CEF-4B0E-A1AF-C9670CAD657B}" srcOrd="0" destOrd="0" presId="urn:microsoft.com/office/officeart/2005/8/layout/hProcess4"/>
    <dgm:cxn modelId="{174FBD06-8584-4993-BECA-6F5C1D221301}" type="presParOf" srcId="{71BF08E6-74FC-4242-8874-04924ED838EC}" destId="{17A6BFCE-A591-4CF5-A27E-23155B9FEB63}" srcOrd="0" destOrd="0" presId="urn:microsoft.com/office/officeart/2005/8/layout/hProcess4"/>
    <dgm:cxn modelId="{8CA221B6-697F-4288-ACE4-4AF3D7324F3F}" type="presParOf" srcId="{71BF08E6-74FC-4242-8874-04924ED838EC}" destId="{3B210D32-ACCF-46EB-87C7-00A3947B42E4}" srcOrd="1" destOrd="0" presId="urn:microsoft.com/office/officeart/2005/8/layout/hProcess4"/>
    <dgm:cxn modelId="{CE128FF1-CA65-4A40-B97A-C096209A5009}" type="presParOf" srcId="{71BF08E6-74FC-4242-8874-04924ED838EC}" destId="{E09C4793-E6F1-41CB-B668-31B1B3C003E3}" srcOrd="2" destOrd="0" presId="urn:microsoft.com/office/officeart/2005/8/layout/hProcess4"/>
    <dgm:cxn modelId="{C9242669-67DB-485E-8602-99BFE0BDABFA}" type="presParOf" srcId="{E09C4793-E6F1-41CB-B668-31B1B3C003E3}" destId="{DE4E2C01-AA2C-4863-A93D-5EA0307254C7}" srcOrd="0" destOrd="0" presId="urn:microsoft.com/office/officeart/2005/8/layout/hProcess4"/>
    <dgm:cxn modelId="{DED1102B-B35A-4347-AEDC-B9AAA7C3D63E}" type="presParOf" srcId="{DE4E2C01-AA2C-4863-A93D-5EA0307254C7}" destId="{2498CB83-D591-460B-9502-7DED91648CC5}" srcOrd="0" destOrd="0" presId="urn:microsoft.com/office/officeart/2005/8/layout/hProcess4"/>
    <dgm:cxn modelId="{F007D454-57FE-455A-A4C8-F88F877545EA}" type="presParOf" srcId="{DE4E2C01-AA2C-4863-A93D-5EA0307254C7}" destId="{3829F1C7-D31A-470F-90EE-3F1F09D19131}" srcOrd="1" destOrd="0" presId="urn:microsoft.com/office/officeart/2005/8/layout/hProcess4"/>
    <dgm:cxn modelId="{575BE3D9-B25A-49A1-839F-EDFF8D79A6BE}" type="presParOf" srcId="{DE4E2C01-AA2C-4863-A93D-5EA0307254C7}" destId="{E8256530-727A-4077-A48C-6CE4435F20AA}" srcOrd="2" destOrd="0" presId="urn:microsoft.com/office/officeart/2005/8/layout/hProcess4"/>
    <dgm:cxn modelId="{5F50B1D5-29A7-4262-BCEB-E57BB891C4C2}" type="presParOf" srcId="{DE4E2C01-AA2C-4863-A93D-5EA0307254C7}" destId="{CE77E67A-3035-4543-B8BC-759A8E4BCCDE}" srcOrd="3" destOrd="0" presId="urn:microsoft.com/office/officeart/2005/8/layout/hProcess4"/>
    <dgm:cxn modelId="{2674BE21-4403-4A18-BCB9-18B408BC0501}" type="presParOf" srcId="{DE4E2C01-AA2C-4863-A93D-5EA0307254C7}" destId="{90D3EA20-A51E-4722-8138-2949B4601082}" srcOrd="4" destOrd="0" presId="urn:microsoft.com/office/officeart/2005/8/layout/hProcess4"/>
    <dgm:cxn modelId="{3A15F62E-C69B-44C0-9EB1-6BDB75BD4C3F}" type="presParOf" srcId="{E09C4793-E6F1-41CB-B668-31B1B3C003E3}" destId="{8E497879-90EF-4AC3-B575-507CD168057D}" srcOrd="1" destOrd="0" presId="urn:microsoft.com/office/officeart/2005/8/layout/hProcess4"/>
    <dgm:cxn modelId="{3FB27A7F-E476-40C6-B0BB-F343F9A78F1B}" type="presParOf" srcId="{E09C4793-E6F1-41CB-B668-31B1B3C003E3}" destId="{CB129428-5B7B-4D1B-B740-C7EABE8FBCB2}" srcOrd="2" destOrd="0" presId="urn:microsoft.com/office/officeart/2005/8/layout/hProcess4"/>
    <dgm:cxn modelId="{4D8237F4-78A4-4D0B-914C-0E01DE138AED}" type="presParOf" srcId="{CB129428-5B7B-4D1B-B740-C7EABE8FBCB2}" destId="{52035224-905A-42FF-B5F9-64A920AD1EB1}" srcOrd="0" destOrd="0" presId="urn:microsoft.com/office/officeart/2005/8/layout/hProcess4"/>
    <dgm:cxn modelId="{EA9435A5-30C9-4AD6-8C63-D566792F486B}" type="presParOf" srcId="{CB129428-5B7B-4D1B-B740-C7EABE8FBCB2}" destId="{914394F8-C952-4CEF-BDD5-AA98EDAD9BC3}" srcOrd="1" destOrd="0" presId="urn:microsoft.com/office/officeart/2005/8/layout/hProcess4"/>
    <dgm:cxn modelId="{5A55AAE9-6435-418A-8459-84198712689E}" type="presParOf" srcId="{CB129428-5B7B-4D1B-B740-C7EABE8FBCB2}" destId="{5EE018FB-9AA6-4D9E-9497-E5D14F94EEB1}" srcOrd="2" destOrd="0" presId="urn:microsoft.com/office/officeart/2005/8/layout/hProcess4"/>
    <dgm:cxn modelId="{C6A4A0D4-DF1F-4923-A0C4-B33BB959BE6E}" type="presParOf" srcId="{CB129428-5B7B-4D1B-B740-C7EABE8FBCB2}" destId="{F1533E65-F908-45D4-A901-F84A1C901579}" srcOrd="3" destOrd="0" presId="urn:microsoft.com/office/officeart/2005/8/layout/hProcess4"/>
    <dgm:cxn modelId="{9E41917E-D6D7-47E5-8148-A3761882D411}" type="presParOf" srcId="{CB129428-5B7B-4D1B-B740-C7EABE8FBCB2}" destId="{8B11D480-76EA-44CE-9BC0-246F043D0D08}" srcOrd="4" destOrd="0" presId="urn:microsoft.com/office/officeart/2005/8/layout/hProcess4"/>
    <dgm:cxn modelId="{2EA00CC1-F0C7-4C2A-8383-EA06F31E4644}" type="presParOf" srcId="{E09C4793-E6F1-41CB-B668-31B1B3C003E3}" destId="{E2CFDC24-6936-4633-A999-26465960AA4E}" srcOrd="3" destOrd="0" presId="urn:microsoft.com/office/officeart/2005/8/layout/hProcess4"/>
    <dgm:cxn modelId="{14D256F3-1A21-475D-BEFF-ADDDAD08AE9E}" type="presParOf" srcId="{E09C4793-E6F1-41CB-B668-31B1B3C003E3}" destId="{FEB2FC22-E9C2-41FE-AC12-63686638B184}" srcOrd="4" destOrd="0" presId="urn:microsoft.com/office/officeart/2005/8/layout/hProcess4"/>
    <dgm:cxn modelId="{41609E08-9D6A-4172-8062-855407877C65}" type="presParOf" srcId="{FEB2FC22-E9C2-41FE-AC12-63686638B184}" destId="{15007811-D919-404F-AA6B-46C831A57A3C}" srcOrd="0" destOrd="0" presId="urn:microsoft.com/office/officeart/2005/8/layout/hProcess4"/>
    <dgm:cxn modelId="{1B036471-A24E-487F-9031-1BF75673E098}" type="presParOf" srcId="{FEB2FC22-E9C2-41FE-AC12-63686638B184}" destId="{20D9DF46-1CEF-4B0E-A1AF-C9670CAD657B}" srcOrd="1" destOrd="0" presId="urn:microsoft.com/office/officeart/2005/8/layout/hProcess4"/>
    <dgm:cxn modelId="{63334627-026B-4302-8C5F-E5FBDE7FFA06}" type="presParOf" srcId="{FEB2FC22-E9C2-41FE-AC12-63686638B184}" destId="{C13650F0-3F21-4040-8E9D-D1219756BDF4}" srcOrd="2" destOrd="0" presId="urn:microsoft.com/office/officeart/2005/8/layout/hProcess4"/>
    <dgm:cxn modelId="{EA95FEAB-DF5D-4DB8-9D34-103AFE2155CE}" type="presParOf" srcId="{FEB2FC22-E9C2-41FE-AC12-63686638B184}" destId="{F3AB4555-71A1-4E6C-84F8-824EC390309F}" srcOrd="3" destOrd="0" presId="urn:microsoft.com/office/officeart/2005/8/layout/hProcess4"/>
    <dgm:cxn modelId="{AE9C6F1B-DF1A-45F4-AF26-8D4353E6127A}" type="presParOf" srcId="{FEB2FC22-E9C2-41FE-AC12-63686638B184}" destId="{0094E48C-2D43-4091-BCB4-B53EC0C10D2D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CCD5F8-C2C3-4784-9E62-CDD7D048F591}">
      <dsp:nvSpPr>
        <dsp:cNvPr id="0" name=""/>
        <dsp:cNvSpPr/>
      </dsp:nvSpPr>
      <dsp:spPr>
        <a:xfrm>
          <a:off x="684914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C4849-4E8E-4000-AD9F-3B1B800D9409}">
      <dsp:nvSpPr>
        <dsp:cNvPr id="0" name=""/>
        <dsp:cNvSpPr/>
      </dsp:nvSpPr>
      <dsp:spPr>
        <a:xfrm>
          <a:off x="918914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9E8B93-4FF5-4BF1-A967-F25AAD2EB72A}">
      <dsp:nvSpPr>
        <dsp:cNvPr id="0" name=""/>
        <dsp:cNvSpPr/>
      </dsp:nvSpPr>
      <dsp:spPr>
        <a:xfrm>
          <a:off x="333914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Introduction</a:t>
          </a:r>
        </a:p>
      </dsp:txBody>
      <dsp:txXfrm>
        <a:off x="333914" y="2204702"/>
        <a:ext cx="1800000" cy="720000"/>
      </dsp:txXfrm>
    </dsp:sp>
    <dsp:sp modelId="{7845A6E2-8208-4C41-BB9A-AA0EB658D9EA}">
      <dsp:nvSpPr>
        <dsp:cNvPr id="0" name=""/>
        <dsp:cNvSpPr/>
      </dsp:nvSpPr>
      <dsp:spPr>
        <a:xfrm>
          <a:off x="2799914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8C29A7-09B2-47EA-9CF0-CFCB6BB099DD}">
      <dsp:nvSpPr>
        <dsp:cNvPr id="0" name=""/>
        <dsp:cNvSpPr/>
      </dsp:nvSpPr>
      <dsp:spPr>
        <a:xfrm>
          <a:off x="3033914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B001A1-751E-416C-A45E-E1909F5C7197}">
      <dsp:nvSpPr>
        <dsp:cNvPr id="0" name=""/>
        <dsp:cNvSpPr/>
      </dsp:nvSpPr>
      <dsp:spPr>
        <a:xfrm>
          <a:off x="2448914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/>
            <a:t>Assumptions</a:t>
          </a:r>
        </a:p>
      </dsp:txBody>
      <dsp:txXfrm>
        <a:off x="2448914" y="2204702"/>
        <a:ext cx="1800000" cy="720000"/>
      </dsp:txXfrm>
    </dsp:sp>
    <dsp:sp modelId="{E830AA97-F778-400F-8724-7A71366ACC18}">
      <dsp:nvSpPr>
        <dsp:cNvPr id="0" name=""/>
        <dsp:cNvSpPr/>
      </dsp:nvSpPr>
      <dsp:spPr>
        <a:xfrm>
          <a:off x="4914914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8B156-215F-4523-BB6D-21D1F5E2D032}">
      <dsp:nvSpPr>
        <dsp:cNvPr id="0" name=""/>
        <dsp:cNvSpPr/>
      </dsp:nvSpPr>
      <dsp:spPr>
        <a:xfrm>
          <a:off x="5148914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789FF-6C69-47B1-870A-8275A303DC1F}">
      <dsp:nvSpPr>
        <dsp:cNvPr id="0" name=""/>
        <dsp:cNvSpPr/>
      </dsp:nvSpPr>
      <dsp:spPr>
        <a:xfrm>
          <a:off x="4563914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Methodology</a:t>
          </a:r>
        </a:p>
      </dsp:txBody>
      <dsp:txXfrm>
        <a:off x="4563914" y="2204702"/>
        <a:ext cx="1800000" cy="720000"/>
      </dsp:txXfrm>
    </dsp:sp>
    <dsp:sp modelId="{3F351BAC-4671-427C-828A-21909FC52785}">
      <dsp:nvSpPr>
        <dsp:cNvPr id="0" name=""/>
        <dsp:cNvSpPr/>
      </dsp:nvSpPr>
      <dsp:spPr>
        <a:xfrm>
          <a:off x="7029914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5B347E-FD33-4C26-9BE1-699408CBDC5F}">
      <dsp:nvSpPr>
        <dsp:cNvPr id="0" name=""/>
        <dsp:cNvSpPr/>
      </dsp:nvSpPr>
      <dsp:spPr>
        <a:xfrm>
          <a:off x="7263914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9163E-CF7F-46B1-9FDF-CF5C40351F45}">
      <dsp:nvSpPr>
        <dsp:cNvPr id="0" name=""/>
        <dsp:cNvSpPr/>
      </dsp:nvSpPr>
      <dsp:spPr>
        <a:xfrm>
          <a:off x="6678914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Key Findings</a:t>
          </a:r>
        </a:p>
      </dsp:txBody>
      <dsp:txXfrm>
        <a:off x="6678914" y="2204702"/>
        <a:ext cx="1800000" cy="720000"/>
      </dsp:txXfrm>
    </dsp:sp>
    <dsp:sp modelId="{2D109D13-8BA9-4E64-9BF6-02C4D6E40DEA}">
      <dsp:nvSpPr>
        <dsp:cNvPr id="0" name=""/>
        <dsp:cNvSpPr/>
      </dsp:nvSpPr>
      <dsp:spPr>
        <a:xfrm>
          <a:off x="9144914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C19D5B-1881-4CE0-B4ED-DD552BCFE749}">
      <dsp:nvSpPr>
        <dsp:cNvPr id="0" name=""/>
        <dsp:cNvSpPr/>
      </dsp:nvSpPr>
      <dsp:spPr>
        <a:xfrm>
          <a:off x="9378914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F261DE-A937-482F-9AEA-19F4E446F0D2}">
      <dsp:nvSpPr>
        <dsp:cNvPr id="0" name=""/>
        <dsp:cNvSpPr/>
      </dsp:nvSpPr>
      <dsp:spPr>
        <a:xfrm>
          <a:off x="8793914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Conclusion</a:t>
          </a:r>
        </a:p>
      </dsp:txBody>
      <dsp:txXfrm>
        <a:off x="8793914" y="22047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2AC8D1-BAF1-46F1-8C7B-6F365F6FF67B}">
      <dsp:nvSpPr>
        <dsp:cNvPr id="0" name=""/>
        <dsp:cNvSpPr/>
      </dsp:nvSpPr>
      <dsp:spPr>
        <a:xfrm>
          <a:off x="0" y="369482"/>
          <a:ext cx="10927829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040CEA-3D7D-47CC-B7C7-F623E22A6115}">
      <dsp:nvSpPr>
        <dsp:cNvPr id="0" name=""/>
        <dsp:cNvSpPr/>
      </dsp:nvSpPr>
      <dsp:spPr>
        <a:xfrm>
          <a:off x="546391" y="103802"/>
          <a:ext cx="764948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Finite Demand Hypothesis Space</a:t>
          </a:r>
        </a:p>
      </dsp:txBody>
      <dsp:txXfrm>
        <a:off x="572330" y="129741"/>
        <a:ext cx="7597602" cy="479482"/>
      </dsp:txXfrm>
    </dsp:sp>
    <dsp:sp modelId="{3BF64DFB-91FF-491F-8005-973C46E7B773}">
      <dsp:nvSpPr>
        <dsp:cNvPr id="0" name=""/>
        <dsp:cNvSpPr/>
      </dsp:nvSpPr>
      <dsp:spPr>
        <a:xfrm>
          <a:off x="0" y="1185962"/>
          <a:ext cx="10927829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26E613-580F-4962-9FDA-297EF269AB68}">
      <dsp:nvSpPr>
        <dsp:cNvPr id="0" name=""/>
        <dsp:cNvSpPr/>
      </dsp:nvSpPr>
      <dsp:spPr>
        <a:xfrm>
          <a:off x="546391" y="920282"/>
          <a:ext cx="764948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 Inventory Constraints</a:t>
          </a:r>
        </a:p>
      </dsp:txBody>
      <dsp:txXfrm>
        <a:off x="572330" y="946221"/>
        <a:ext cx="7597602" cy="479482"/>
      </dsp:txXfrm>
    </dsp:sp>
    <dsp:sp modelId="{60843210-B32E-43C4-A726-0596AFA625F3}">
      <dsp:nvSpPr>
        <dsp:cNvPr id="0" name=""/>
        <dsp:cNvSpPr/>
      </dsp:nvSpPr>
      <dsp:spPr>
        <a:xfrm>
          <a:off x="0" y="2002442"/>
          <a:ext cx="10927829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CC8056-0265-4925-9228-5CB5BAFC8CD0}">
      <dsp:nvSpPr>
        <dsp:cNvPr id="0" name=""/>
        <dsp:cNvSpPr/>
      </dsp:nvSpPr>
      <dsp:spPr>
        <a:xfrm>
          <a:off x="546391" y="1736762"/>
          <a:ext cx="764948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Limited Number of Price Changes</a:t>
          </a:r>
        </a:p>
      </dsp:txBody>
      <dsp:txXfrm>
        <a:off x="572330" y="1762701"/>
        <a:ext cx="7597602" cy="479482"/>
      </dsp:txXfrm>
    </dsp:sp>
    <dsp:sp modelId="{016AF7B9-F04A-4187-97CB-A2C265C6FCE9}">
      <dsp:nvSpPr>
        <dsp:cNvPr id="0" name=""/>
        <dsp:cNvSpPr/>
      </dsp:nvSpPr>
      <dsp:spPr>
        <a:xfrm>
          <a:off x="0" y="2818922"/>
          <a:ext cx="10927829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CF6867-4304-4CB2-BD20-80C209265959}">
      <dsp:nvSpPr>
        <dsp:cNvPr id="0" name=""/>
        <dsp:cNvSpPr/>
      </dsp:nvSpPr>
      <dsp:spPr>
        <a:xfrm>
          <a:off x="546391" y="2553242"/>
          <a:ext cx="764948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Price change limited to 70%-105% of the Cost Price</a:t>
          </a:r>
        </a:p>
      </dsp:txBody>
      <dsp:txXfrm>
        <a:off x="572330" y="2579181"/>
        <a:ext cx="7597602" cy="479482"/>
      </dsp:txXfrm>
    </dsp:sp>
    <dsp:sp modelId="{5380C4AF-E201-47AF-9F56-1C2CF4FAC2D1}">
      <dsp:nvSpPr>
        <dsp:cNvPr id="0" name=""/>
        <dsp:cNvSpPr/>
      </dsp:nvSpPr>
      <dsp:spPr>
        <a:xfrm>
          <a:off x="0" y="3635402"/>
          <a:ext cx="10927829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9FF6CB-124D-4868-B662-E76FC19B9B5D}">
      <dsp:nvSpPr>
        <dsp:cNvPr id="0" name=""/>
        <dsp:cNvSpPr/>
      </dsp:nvSpPr>
      <dsp:spPr>
        <a:xfrm>
          <a:off x="546391" y="3369722"/>
          <a:ext cx="764948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Independent Sales Outcome</a:t>
          </a:r>
        </a:p>
      </dsp:txBody>
      <dsp:txXfrm>
        <a:off x="572330" y="3395661"/>
        <a:ext cx="7597602" cy="4794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29F1C7-D31A-470F-90EE-3F1F09D19131}">
      <dsp:nvSpPr>
        <dsp:cNvPr id="0" name=""/>
        <dsp:cNvSpPr/>
      </dsp:nvSpPr>
      <dsp:spPr>
        <a:xfrm>
          <a:off x="2755" y="1256385"/>
          <a:ext cx="3045952" cy="18385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Transactions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Data Preprocessing</a:t>
          </a:r>
        </a:p>
      </dsp:txBody>
      <dsp:txXfrm>
        <a:off x="45066" y="1298696"/>
        <a:ext cx="2961330" cy="1359966"/>
      </dsp:txXfrm>
    </dsp:sp>
    <dsp:sp modelId="{8E497879-90EF-4AC3-B575-507CD168057D}">
      <dsp:nvSpPr>
        <dsp:cNvPr id="0" name=""/>
        <dsp:cNvSpPr/>
      </dsp:nvSpPr>
      <dsp:spPr>
        <a:xfrm>
          <a:off x="1571981" y="841843"/>
          <a:ext cx="3612251" cy="3612251"/>
        </a:xfrm>
        <a:prstGeom prst="leftCircularArrow">
          <a:avLst>
            <a:gd name="adj1" fmla="val 2636"/>
            <a:gd name="adj2" fmla="val 320446"/>
            <a:gd name="adj3" fmla="val 2095956"/>
            <a:gd name="adj4" fmla="val 9024489"/>
            <a:gd name="adj5" fmla="val 307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7E67A-3035-4543-B8BC-759A8E4BCCDE}">
      <dsp:nvSpPr>
        <dsp:cNvPr id="0" name=""/>
        <dsp:cNvSpPr/>
      </dsp:nvSpPr>
      <dsp:spPr>
        <a:xfrm>
          <a:off x="906528" y="2700974"/>
          <a:ext cx="1981450" cy="787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Product Segmentation</a:t>
          </a:r>
        </a:p>
      </dsp:txBody>
      <dsp:txXfrm>
        <a:off x="929606" y="2724052"/>
        <a:ext cx="1935294" cy="741801"/>
      </dsp:txXfrm>
    </dsp:sp>
    <dsp:sp modelId="{914394F8-C952-4CEF-BDD5-AA98EDAD9BC3}">
      <dsp:nvSpPr>
        <dsp:cNvPr id="0" name=""/>
        <dsp:cNvSpPr/>
      </dsp:nvSpPr>
      <dsp:spPr>
        <a:xfrm>
          <a:off x="3502090" y="1256385"/>
          <a:ext cx="3679695" cy="18385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Demand </a:t>
          </a:r>
          <a:r>
            <a:rPr lang="en-US" sz="20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Function generation  - Ridge </a:t>
          </a:r>
          <a:r>
            <a:rPr lang="en-US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Regression &amp; </a:t>
          </a:r>
          <a:r>
            <a:rPr lang="en-US" sz="20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Arimax</a:t>
          </a:r>
          <a:endParaRPr lang="en-IN" sz="20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44401" y="1692674"/>
        <a:ext cx="3595073" cy="1359966"/>
      </dsp:txXfrm>
    </dsp:sp>
    <dsp:sp modelId="{E2CFDC24-6936-4633-A999-26465960AA4E}">
      <dsp:nvSpPr>
        <dsp:cNvPr id="0" name=""/>
        <dsp:cNvSpPr/>
      </dsp:nvSpPr>
      <dsp:spPr>
        <a:xfrm>
          <a:off x="5375922" y="-150356"/>
          <a:ext cx="3800325" cy="3800325"/>
        </a:xfrm>
        <a:prstGeom prst="circularArrow">
          <a:avLst>
            <a:gd name="adj1" fmla="val 2505"/>
            <a:gd name="adj2" fmla="val 303666"/>
            <a:gd name="adj3" fmla="val 19520824"/>
            <a:gd name="adj4" fmla="val 12575511"/>
            <a:gd name="adj5" fmla="val 292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33E65-F908-45D4-A901-F84A1C901579}">
      <dsp:nvSpPr>
        <dsp:cNvPr id="0" name=""/>
        <dsp:cNvSpPr/>
      </dsp:nvSpPr>
      <dsp:spPr>
        <a:xfrm>
          <a:off x="4722735" y="862406"/>
          <a:ext cx="1981450" cy="787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MAB Theorem</a:t>
          </a:r>
        </a:p>
      </dsp:txBody>
      <dsp:txXfrm>
        <a:off x="4745813" y="885484"/>
        <a:ext cx="1935294" cy="741801"/>
      </dsp:txXfrm>
    </dsp:sp>
    <dsp:sp modelId="{20D9DF46-1CEF-4B0E-A1AF-C9670CAD657B}">
      <dsp:nvSpPr>
        <dsp:cNvPr id="0" name=""/>
        <dsp:cNvSpPr/>
      </dsp:nvSpPr>
      <dsp:spPr>
        <a:xfrm>
          <a:off x="7635168" y="1256385"/>
          <a:ext cx="2877675" cy="18385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Price</a:t>
          </a:r>
          <a:r>
            <a:rPr lang="en-IN" sz="2000" b="0" kern="1200" dirty="0"/>
            <a:t> </a:t>
          </a:r>
          <a:r>
            <a:rPr lang="en-IN" sz="2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Simulation – 1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Price Fixation - 1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Price Simulation - 2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Price Fixation - 2</a:t>
          </a:r>
        </a:p>
      </dsp:txBody>
      <dsp:txXfrm>
        <a:off x="7677479" y="1298696"/>
        <a:ext cx="2793053" cy="1359966"/>
      </dsp:txXfrm>
    </dsp:sp>
    <dsp:sp modelId="{F3AB4555-71A1-4E6C-84F8-824EC390309F}">
      <dsp:nvSpPr>
        <dsp:cNvPr id="0" name=""/>
        <dsp:cNvSpPr/>
      </dsp:nvSpPr>
      <dsp:spPr>
        <a:xfrm>
          <a:off x="8454803" y="2700974"/>
          <a:ext cx="1981450" cy="787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Optimal Revenue &amp; Regret Calculation</a:t>
          </a:r>
        </a:p>
      </dsp:txBody>
      <dsp:txXfrm>
        <a:off x="8477881" y="2724052"/>
        <a:ext cx="1935294" cy="7418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1BBAE-D064-41EC-A2BD-DF5AF22E1AC3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34ED8-259F-4F14-A52F-E9CA89A2F9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751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34ED8-259F-4F14-A52F-E9CA89A2F97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519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551F1-F13C-4C6A-BADE-E6B88B73F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A1267-9C68-9D19-309F-DEF4838F8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93737-9EFD-2C88-9B7F-12AB6A321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C76A-E965-4764-956E-5AB362D3F152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B7D75-8E8C-52D9-4AEB-EDFABE79F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C8629-F66E-FCBD-88D2-E41CA0DBA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61AB9-A4B8-48AF-B7A7-BF6376D29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514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AEFC6-1743-3489-9FD6-6FE32028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2AA9F-D99B-5732-D529-95102C03B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9D918-D58F-4D12-FA41-F62352366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C76A-E965-4764-956E-5AB362D3F152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83C31-D6F7-6001-1C0F-0953BFF3F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3436D-B603-2096-5E73-EAFB4CB64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61AB9-A4B8-48AF-B7A7-BF6376D29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184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B91B0-56E1-DA74-DBD7-2A4C2D96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9A4C0-9C20-D3DC-3998-3FA23AC81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35835-6847-21B0-E05B-76A3C2353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C76A-E965-4764-956E-5AB362D3F152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8747F-A8A8-8BE9-B081-59DF917C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B0459-058A-1297-EECB-1BDB6AFE3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61AB9-A4B8-48AF-B7A7-BF6376D29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2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F6E1-BBC9-D2B6-292E-F42B28C98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06C3D-26A7-8B69-DA50-21168F526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BD270-8F43-ED65-9A34-2F8670AEE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11841-D4C5-64DA-2DAE-1040277F5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C76A-E965-4764-956E-5AB362D3F152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6562C-6113-F9C5-6935-DC6061C1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C6AC4-EDB5-E750-B342-E9470841D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61AB9-A4B8-48AF-B7A7-BF6376D29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839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3A8FA-1397-2DCD-DC15-F694724E3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90F5F-EFD4-8513-E595-0DF45A74D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BA014-602A-FCC2-481C-779F48E1A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5F093A-0942-BD23-4AE5-4C45DF066F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1959FE-B9DD-47A7-66B3-2AA34266EB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7B519C-5671-B325-5CA8-DCD3CEC52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C76A-E965-4764-956E-5AB362D3F152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DACD35-A2B7-734B-9F1E-E9DADEF28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82FBA-000C-2ED1-A83B-BB501B38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61AB9-A4B8-48AF-B7A7-BF6376D29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408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B5CCF-0671-D4E4-0B9A-BF063EE62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81C86-1F47-F4C9-B1E8-74BB7368A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C76A-E965-4764-956E-5AB362D3F152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35BF30-FF6D-15D8-FD66-2946D9C3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2BAE4-1A95-9D8B-FDA0-463324B30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61AB9-A4B8-48AF-B7A7-BF6376D29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294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BC199-CFDB-050D-FD9D-1177A26F2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C76A-E965-4764-956E-5AB362D3F152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6CC69F-A6F0-3030-8D28-A46D3EB0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21BC5-D6F7-82C8-15FD-6766A5AD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61AB9-A4B8-48AF-B7A7-BF6376D29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48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4B83-0F2A-1927-B5D4-93E5FE960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741B-F24D-4DE7-4DF2-6FB6D6B71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EF889-D6B2-98E5-FDB7-298852AFA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8366E-FD9D-0E15-1622-C6837789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C76A-E965-4764-956E-5AB362D3F152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9B4B3-8121-039C-788B-F738C4FD1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55A43-1BB9-8E15-20A6-0A76A465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61AB9-A4B8-48AF-B7A7-BF6376D29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84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D9D8-5B04-B64D-72CA-E4F8CD19E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2D7820-2731-F76E-972A-873E793B1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54391-9B67-ECF4-A770-16B2AF062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8399E-AF63-3E93-3482-74560CA6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C76A-E965-4764-956E-5AB362D3F152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B37DD-13E6-B8D9-5DDE-6961309F5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36921-3A63-5D2C-9CBB-C3CC3818E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61AB9-A4B8-48AF-B7A7-BF6376D29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173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AB9BE-E155-7FC9-6B08-11AEAB99E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4C5A5-82A1-E373-A8A8-ACD5BCC4A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84AF0-CE89-0F42-6001-1D91F9F6E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C76A-E965-4764-956E-5AB362D3F152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0B883-4554-AF1D-A66F-FDA78800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E3960-B310-0827-62C4-DF4C4FE5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61AB9-A4B8-48AF-B7A7-BF6376D29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6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DDD5E4-D85B-6CF1-1E55-2258F2A663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52F144-B071-5248-DF9A-CAE515F7E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D23AD-15F7-29BA-FB76-B382D8ED2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C76A-E965-4764-956E-5AB362D3F152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A5420-0266-9B4F-7793-F6F6A0D9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EA678-EE11-5EB3-4E01-5AEE4282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61AB9-A4B8-48AF-B7A7-BF6376D29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987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7A7E36-8DDB-2F43-78B3-32142526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96FAE-496E-F985-0CAE-B49DD672B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715AE-1ADE-1691-BD2A-63C43F337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F3C76A-E965-4764-956E-5AB362D3F152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1E0E0-D91E-E114-9ED6-25AC9D773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69234-D4F1-5270-FE13-B8A8E7182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61AB9-A4B8-48AF-B7A7-BF6376D29A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82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60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451DEE-F8C1-A21E-C763-8469487E6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936" y="2776538"/>
            <a:ext cx="9987064" cy="138118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Pricing: Optimized Pricing Strategy Using Multi-Armed Bandit theory</a:t>
            </a:r>
            <a:endParaRPr lang="en-IN" sz="4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B186B-D6B2-CAA1-529D-4DC58A352B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Master’s Capstone Project</a:t>
            </a:r>
            <a:b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Mohammed Nihil Puthiya Kottal</a:t>
            </a:r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68E3CE-B933-E38E-17E9-35E72931E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107" y="-1281"/>
            <a:ext cx="1086893" cy="30822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050991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F209E-11EE-35C6-C980-4A5A67077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43F1654C-851B-7F37-4B5C-ECACF396AD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70252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B6EE4FC-95E3-D059-41BB-C384FFE803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5107" y="-1281"/>
            <a:ext cx="1086893" cy="30822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42902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BF2FC6-258A-6565-B97B-C3DD37551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CB16B-35D8-F04D-568D-D6ED6BE6A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68460"/>
            <a:ext cx="9895951" cy="103366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10FE-7C1D-0CFC-427C-C98A97DD1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065892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 under Uncertainty: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settings, customer demand is often unknown and price-sensitive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price changes are operationally impractical (due to customer trust, market consistency and logistics)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demand behavior with limited price experimentation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pricing decisions to maximize revenue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regret compared to an ideal seller with full knowledge of demand	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885BB8-E130-1263-FD2F-E7C69A159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5630" y="6125"/>
            <a:ext cx="1086893" cy="30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42CB2-7DFA-30F6-E0E3-29345AA0A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0BE041-A0E4-A564-5F62-CBD86E04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Assumptions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0C2FCACB-EA7D-080F-3C1B-A1B93E5999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97741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A3CBD10-C0CF-662B-F92B-E8410F5231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5105" y="-496"/>
            <a:ext cx="1086893" cy="30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205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2C099E-AD2F-A585-4EA6-516A315D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1D052-A18E-4753-2820-11162550D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742" y="2750828"/>
            <a:ext cx="9868515" cy="4401710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ContosoRetailDW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sample database, contains real-world-like transactions, promotions, pricing and sales volumes across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2516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Segmentation: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Computed product-level features Average Price, Price Volatility, Total sales Volume and then applied k-means clustering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Function Estimation: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Cluster-Promotion pair, built demand-price relationships using Ridge Regression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Arimax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Simulation: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Modelled as a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Multi-Armed Bandit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limited exploration and fixed price exploitation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Regret Evaluation: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Computed the optimal hindsight revenue and evaluated the difference with the actual revenue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Tx/>
              <a:buChar char="-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1E083E-DB08-110D-5BBB-A879228BF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5107" y="0"/>
            <a:ext cx="1086893" cy="30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027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5D5DE4-D75F-3B08-C2FC-3F170D276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B666739-34F3-7734-3E68-2C17D0324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627102-DC7A-287E-1FA5-EB85F087F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634B1D3-3CDD-9F40-0E71-E4315FA0E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5DDFE37-94BB-6123-24EF-4E55F48A0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92B200-B86E-373C-82C4-BA818221C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6455F-A7AB-BE40-7A0F-88F0CC586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Flow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BC25FBD-5B10-1E00-7433-A83FE7E803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14110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CF0E9B3-F2F3-0AE8-31F9-F2EDFFD33E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2906" y="0"/>
            <a:ext cx="1086893" cy="30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8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5735D2-778C-D683-DBE7-543F80510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082" y="323764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pic>
        <p:nvPicPr>
          <p:cNvPr id="6" name="Graphic 5" descr="Magnifying glass">
            <a:extLst>
              <a:ext uri="{FF2B5EF4-FFF2-40B4-BE49-F238E27FC236}">
                <a16:creationId xmlns:a16="http://schemas.microsoft.com/office/drawing/2014/main" id="{3F848137-F291-3BF2-0D9E-D9F6E3A11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43469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36DF2-D5ED-5131-C7D0-57605A26A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23ABF1-578A-E943-3C97-39D72CA72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Output</a:t>
            </a:r>
          </a:p>
        </p:txBody>
      </p:sp>
      <p:pic>
        <p:nvPicPr>
          <p:cNvPr id="7" name="Content Placeholder 6" descr="A graph of a graph showing the value of a price&#10;&#10;AI-generated content may be incorrect.">
            <a:extLst>
              <a:ext uri="{FF2B5EF4-FFF2-40B4-BE49-F238E27FC236}">
                <a16:creationId xmlns:a16="http://schemas.microsoft.com/office/drawing/2014/main" id="{F1928AB2-304F-32EE-8C63-AB15B0703E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629" y="467208"/>
            <a:ext cx="6731345" cy="59235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F7446B-30F5-A0CE-58D4-3808BC6F0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175" y="4873"/>
            <a:ext cx="1086893" cy="30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615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28166A-D2A9-9B30-8DA6-2B822BD2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Functions (Ridge Regression)</a:t>
            </a:r>
          </a:p>
        </p:txBody>
      </p:sp>
      <p:pic>
        <p:nvPicPr>
          <p:cNvPr id="5" name="Content Placeholder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4D2B2131-9B7E-D15C-1248-0E597706B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9272" y="467208"/>
            <a:ext cx="4872060" cy="5923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CDE225-8851-6BCF-9380-51F45F80D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175" y="0"/>
            <a:ext cx="1086893" cy="30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94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FE9EB-2A56-6AD9-8270-C936CBF7C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607708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Selected for Dynamic Pricing</a:t>
            </a:r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98BE257E-58CF-57FF-02BD-4A0B1CC94C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766" y="2166042"/>
            <a:ext cx="10306468" cy="3242739"/>
          </a:xfr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E487219-B5B0-3F0A-5068-3A03DBEF1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105" y="0"/>
            <a:ext cx="1086893" cy="30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61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9F39DE-4964-04E2-3355-0172D4E2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Comparison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AE74E1C-CCAE-BF33-852C-4D749C971D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2652" y="1822348"/>
            <a:ext cx="9426696" cy="4677671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84A864-0E94-2B05-2136-7D0150979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105" y="0"/>
            <a:ext cx="1086893" cy="30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24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220B6-DB88-768F-ECAE-576D0E0AF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CA283-DBB8-EC2E-BC92-C2724E0AE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 framework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price experimentation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inspired by the m-price-change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policy from Cheung et al. (2017).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applied a 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ulti-Armed Bandit (MAB)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to balance exploration (learning) and exploitation (earning) under practical constraints.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cluster-specific demand models and simulated pricing strategies using real-world-like data from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ContosoRetailDW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demonstrate that meaningful pricing decisions can be made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minimal experimentation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achieving near-optimal outcomes with bounded regret.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6EC38D-A5C6-CBE4-4D30-DB5096FFD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5107" y="0"/>
            <a:ext cx="1086893" cy="30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791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C191F-B7B0-C7B6-1BB3-F3CAE02E7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23" y="247602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661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436</TotalTime>
  <Words>352</Words>
  <Application>Microsoft Office PowerPoint</Application>
  <PresentationFormat>Widescreen</PresentationFormat>
  <Paragraphs>55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Dynamic Pricing: Optimized Pricing Strategy Using Multi-Armed Bandit theory</vt:lpstr>
      <vt:lpstr>Agenda</vt:lpstr>
      <vt:lpstr>Introduction </vt:lpstr>
      <vt:lpstr>Key Assumptions</vt:lpstr>
      <vt:lpstr>Methodology</vt:lpstr>
      <vt:lpstr>Process Flow</vt:lpstr>
      <vt:lpstr>Key Findings</vt:lpstr>
      <vt:lpstr>Cluster Output</vt:lpstr>
      <vt:lpstr>Demand Functions (Ridge Regression)</vt:lpstr>
      <vt:lpstr>Products Selected for Dynamic Pricing</vt:lpstr>
      <vt:lpstr>Revenue Comparison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nihil kottal</dc:creator>
  <cp:lastModifiedBy>nihil kottal</cp:lastModifiedBy>
  <cp:revision>24</cp:revision>
  <dcterms:created xsi:type="dcterms:W3CDTF">2025-02-03T00:43:45Z</dcterms:created>
  <dcterms:modified xsi:type="dcterms:W3CDTF">2025-04-30T01:41:39Z</dcterms:modified>
</cp:coreProperties>
</file>